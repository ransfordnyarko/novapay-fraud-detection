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8"/>
    <p:restoredTop sz="94707"/>
  </p:normalViewPr>
  <p:slideViewPr>
    <p:cSldViewPr snapToGrid="0">
      <p:cViewPr varScale="1">
        <p:scale>
          <a:sx n="89" d="100"/>
          <a:sy n="89" d="100"/>
        </p:scale>
        <p:origin x="18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2.png"/><Relationship Id="rId10" Type="http://schemas.openxmlformats.org/officeDocument/2006/relationships/image" Target="../media/image14.svg"/><Relationship Id="rId4" Type="http://schemas.openxmlformats.org/officeDocument/2006/relationships/image" Target="../media/image9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2.png"/><Relationship Id="rId10" Type="http://schemas.openxmlformats.org/officeDocument/2006/relationships/image" Target="../media/image14.svg"/><Relationship Id="rId4" Type="http://schemas.openxmlformats.org/officeDocument/2006/relationships/image" Target="../media/image9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E9991-A023-4A0B-A747-83CD1EB34C8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6BAD13-F3BF-4DE6-AED3-3202B17352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was derived from NovaPay’s internal database system and a total of 10,757 transactions across 32 features</a:t>
          </a:r>
        </a:p>
      </dgm:t>
    </dgm:pt>
    <dgm:pt modelId="{56CCEA14-8F11-4CA7-B4F9-B419149113E2}" type="parTrans" cxnId="{16641274-AE80-4F52-A254-57AEC4D5EDCC}">
      <dgm:prSet/>
      <dgm:spPr/>
      <dgm:t>
        <a:bodyPr/>
        <a:lstStyle/>
        <a:p>
          <a:endParaRPr lang="en-US"/>
        </a:p>
      </dgm:t>
    </dgm:pt>
    <dgm:pt modelId="{DF2A64A0-54CE-43DC-AB3F-E2945BCF45E2}" type="sibTrans" cxnId="{16641274-AE80-4F52-A254-57AEC4D5EDC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0ACF99-025E-44A8-8354-1AE892CB22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Some features included (amount in USD, source currency, destination currency, IP Address, Home Country, internal risk score, device risk score, velocity bursts)</a:t>
          </a:r>
        </a:p>
      </dgm:t>
    </dgm:pt>
    <dgm:pt modelId="{BAEB9D26-8AB1-4C5B-8235-B7481CDD6078}" type="parTrans" cxnId="{26C3D3D8-D0F6-42B0-825D-2868A48FD933}">
      <dgm:prSet/>
      <dgm:spPr/>
      <dgm:t>
        <a:bodyPr/>
        <a:lstStyle/>
        <a:p>
          <a:endParaRPr lang="en-US"/>
        </a:p>
      </dgm:t>
    </dgm:pt>
    <dgm:pt modelId="{F183BF47-8901-4058-B88D-4E607C5CF53D}" type="sibTrans" cxnId="{26C3D3D8-D0F6-42B0-825D-2868A48FD93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F0A95B-3780-478C-9163-C4A9EB46EA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Fraud Cases made up 982 (9.13%) of the transactions</a:t>
          </a:r>
        </a:p>
      </dgm:t>
    </dgm:pt>
    <dgm:pt modelId="{AAC98B0B-C99C-4E69-AB7D-D84105C2F28B}" type="parTrans" cxnId="{76E3AB34-2DD5-4C7D-8A9B-00722EBDD9D6}">
      <dgm:prSet/>
      <dgm:spPr/>
      <dgm:t>
        <a:bodyPr/>
        <a:lstStyle/>
        <a:p>
          <a:endParaRPr lang="en-US"/>
        </a:p>
      </dgm:t>
    </dgm:pt>
    <dgm:pt modelId="{A06C056C-8440-4667-8DDD-4CE1F68510E7}" type="sibTrans" cxnId="{76E3AB34-2DD5-4C7D-8A9B-00722EBDD9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F7DF291-10A5-4F63-B7FD-0F8285A6DC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was trained on 80/20 split</a:t>
          </a:r>
        </a:p>
      </dgm:t>
    </dgm:pt>
    <dgm:pt modelId="{E14ED323-A807-4805-835E-C69B1DA648B7}" type="parTrans" cxnId="{3136D586-EAB4-4D89-8BAA-0839CDED798F}">
      <dgm:prSet/>
      <dgm:spPr/>
      <dgm:t>
        <a:bodyPr/>
        <a:lstStyle/>
        <a:p>
          <a:endParaRPr lang="en-US"/>
        </a:p>
      </dgm:t>
    </dgm:pt>
    <dgm:pt modelId="{CD5D64A0-1375-4FBF-814F-D3B204AC740D}" type="sibTrans" cxnId="{3136D586-EAB4-4D89-8BAA-0839CDED798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B38A84-D114-4A21-8CE7-D53C00BCC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 set contained 8,605 transactions (675 fraud)</a:t>
          </a:r>
        </a:p>
      </dgm:t>
    </dgm:pt>
    <dgm:pt modelId="{1E3A393A-8169-45D7-BF5F-BA8461EE8743}" type="parTrans" cxnId="{522F52ED-5938-4895-9E7D-3AA5E6322413}">
      <dgm:prSet/>
      <dgm:spPr/>
      <dgm:t>
        <a:bodyPr/>
        <a:lstStyle/>
        <a:p>
          <a:endParaRPr lang="en-US"/>
        </a:p>
      </dgm:t>
    </dgm:pt>
    <dgm:pt modelId="{24C4C2B8-B62E-4F16-8353-0006A7B5D244}" type="sibTrans" cxnId="{522F52ED-5938-4895-9E7D-3AA5E63224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6811A3-B3A7-4956-AB9C-7D1CA191BE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Test set contained 2,152 transactions (307 fraud)</a:t>
          </a:r>
        </a:p>
      </dgm:t>
    </dgm:pt>
    <dgm:pt modelId="{5B3FF24D-01C7-4C9C-8C44-45EC7E06EC06}" type="parTrans" cxnId="{155B76D6-B435-4805-B9D5-526DCC2A4FD1}">
      <dgm:prSet/>
      <dgm:spPr/>
      <dgm:t>
        <a:bodyPr/>
        <a:lstStyle/>
        <a:p>
          <a:endParaRPr lang="en-US"/>
        </a:p>
      </dgm:t>
    </dgm:pt>
    <dgm:pt modelId="{CB46F8AE-9713-402E-B56A-4AF943D60A6D}" type="sibTrans" cxnId="{155B76D6-B435-4805-B9D5-526DCC2A4FD1}">
      <dgm:prSet/>
      <dgm:spPr/>
      <dgm:t>
        <a:bodyPr/>
        <a:lstStyle/>
        <a:p>
          <a:endParaRPr lang="en-US"/>
        </a:p>
      </dgm:t>
    </dgm:pt>
    <dgm:pt modelId="{03CCC0DF-1E18-412A-8570-E103CBFF8C79}" type="pres">
      <dgm:prSet presAssocID="{A77E9991-A023-4A0B-A747-83CD1EB34C80}" presName="root" presStyleCnt="0">
        <dgm:presLayoutVars>
          <dgm:dir/>
          <dgm:resizeHandles val="exact"/>
        </dgm:presLayoutVars>
      </dgm:prSet>
      <dgm:spPr/>
    </dgm:pt>
    <dgm:pt modelId="{B89C7A6A-59D0-4985-A664-214050F76843}" type="pres">
      <dgm:prSet presAssocID="{A77E9991-A023-4A0B-A747-83CD1EB34C80}" presName="container" presStyleCnt="0">
        <dgm:presLayoutVars>
          <dgm:dir/>
          <dgm:resizeHandles val="exact"/>
        </dgm:presLayoutVars>
      </dgm:prSet>
      <dgm:spPr/>
    </dgm:pt>
    <dgm:pt modelId="{02BD8DF6-1254-4319-9921-89705C8CEB5F}" type="pres">
      <dgm:prSet presAssocID="{CA6BAD13-F3BF-4DE6-AED3-3202B17352AF}" presName="compNode" presStyleCnt="0"/>
      <dgm:spPr/>
    </dgm:pt>
    <dgm:pt modelId="{91025CF4-D153-48BE-9CED-227EA0D79FAE}" type="pres">
      <dgm:prSet presAssocID="{CA6BAD13-F3BF-4DE6-AED3-3202B17352AF}" presName="iconBgRect" presStyleLbl="bgShp" presStyleIdx="0" presStyleCnt="6"/>
      <dgm:spPr/>
    </dgm:pt>
    <dgm:pt modelId="{6AB2C066-83B1-425A-9BE1-140077252649}" type="pres">
      <dgm:prSet presAssocID="{CA6BAD13-F3BF-4DE6-AED3-3202B17352A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D9CFBE7-63D8-4182-BB77-FA2628050749}" type="pres">
      <dgm:prSet presAssocID="{CA6BAD13-F3BF-4DE6-AED3-3202B17352AF}" presName="spaceRect" presStyleCnt="0"/>
      <dgm:spPr/>
    </dgm:pt>
    <dgm:pt modelId="{F507B4CE-8664-4E2F-A142-52B8FBF40142}" type="pres">
      <dgm:prSet presAssocID="{CA6BAD13-F3BF-4DE6-AED3-3202B17352AF}" presName="textRect" presStyleLbl="revTx" presStyleIdx="0" presStyleCnt="6">
        <dgm:presLayoutVars>
          <dgm:chMax val="1"/>
          <dgm:chPref val="1"/>
        </dgm:presLayoutVars>
      </dgm:prSet>
      <dgm:spPr/>
    </dgm:pt>
    <dgm:pt modelId="{E513CCAC-6CE8-4F63-8E55-1A28C49E9D92}" type="pres">
      <dgm:prSet presAssocID="{DF2A64A0-54CE-43DC-AB3F-E2945BCF45E2}" presName="sibTrans" presStyleLbl="sibTrans2D1" presStyleIdx="0" presStyleCnt="0"/>
      <dgm:spPr/>
    </dgm:pt>
    <dgm:pt modelId="{5DFC541B-E1A0-4250-9D22-DC4B9F8B1100}" type="pres">
      <dgm:prSet presAssocID="{2C0ACF99-025E-44A8-8354-1AE892CB2250}" presName="compNode" presStyleCnt="0"/>
      <dgm:spPr/>
    </dgm:pt>
    <dgm:pt modelId="{4FBBD924-0600-4775-8C0C-8CBA968C0F27}" type="pres">
      <dgm:prSet presAssocID="{2C0ACF99-025E-44A8-8354-1AE892CB2250}" presName="iconBgRect" presStyleLbl="bgShp" presStyleIdx="1" presStyleCnt="6"/>
      <dgm:spPr/>
    </dgm:pt>
    <dgm:pt modelId="{01BAEE2F-F35F-426D-86BC-4200C5B3BB6C}" type="pres">
      <dgm:prSet presAssocID="{2C0ACF99-025E-44A8-8354-1AE892CB225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31572083-4CAA-495A-83CE-9A05955B96A3}" type="pres">
      <dgm:prSet presAssocID="{2C0ACF99-025E-44A8-8354-1AE892CB2250}" presName="spaceRect" presStyleCnt="0"/>
      <dgm:spPr/>
    </dgm:pt>
    <dgm:pt modelId="{C7334652-F49D-4E11-9BAA-2A7A6C16F1D9}" type="pres">
      <dgm:prSet presAssocID="{2C0ACF99-025E-44A8-8354-1AE892CB2250}" presName="textRect" presStyleLbl="revTx" presStyleIdx="1" presStyleCnt="6">
        <dgm:presLayoutVars>
          <dgm:chMax val="1"/>
          <dgm:chPref val="1"/>
        </dgm:presLayoutVars>
      </dgm:prSet>
      <dgm:spPr/>
    </dgm:pt>
    <dgm:pt modelId="{E3DF7441-1381-42EB-82FA-7279D5FDC910}" type="pres">
      <dgm:prSet presAssocID="{F183BF47-8901-4058-B88D-4E607C5CF53D}" presName="sibTrans" presStyleLbl="sibTrans2D1" presStyleIdx="0" presStyleCnt="0"/>
      <dgm:spPr/>
    </dgm:pt>
    <dgm:pt modelId="{CF6B8994-3586-4913-9D28-98FF729A7A96}" type="pres">
      <dgm:prSet presAssocID="{3AF0A95B-3780-478C-9163-C4A9EB46EA81}" presName="compNode" presStyleCnt="0"/>
      <dgm:spPr/>
    </dgm:pt>
    <dgm:pt modelId="{567E780A-765C-4DCE-978F-A2F5C6DBEF9B}" type="pres">
      <dgm:prSet presAssocID="{3AF0A95B-3780-478C-9163-C4A9EB46EA81}" presName="iconBgRect" presStyleLbl="bgShp" presStyleIdx="2" presStyleCnt="6"/>
      <dgm:spPr/>
    </dgm:pt>
    <dgm:pt modelId="{A71C5AD9-E9C8-4CCD-88B7-B8EF4853532E}" type="pres">
      <dgm:prSet presAssocID="{3AF0A95B-3780-478C-9163-C4A9EB46EA8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80ADADAA-69B3-4514-99E6-10F10DD29C1C}" type="pres">
      <dgm:prSet presAssocID="{3AF0A95B-3780-478C-9163-C4A9EB46EA81}" presName="spaceRect" presStyleCnt="0"/>
      <dgm:spPr/>
    </dgm:pt>
    <dgm:pt modelId="{D0EF9BA8-02CE-4CCB-B71F-2182EB1E2CC7}" type="pres">
      <dgm:prSet presAssocID="{3AF0A95B-3780-478C-9163-C4A9EB46EA81}" presName="textRect" presStyleLbl="revTx" presStyleIdx="2" presStyleCnt="6">
        <dgm:presLayoutVars>
          <dgm:chMax val="1"/>
          <dgm:chPref val="1"/>
        </dgm:presLayoutVars>
      </dgm:prSet>
      <dgm:spPr/>
    </dgm:pt>
    <dgm:pt modelId="{4D34F2F0-11F5-43C7-B94C-FFD98A193B35}" type="pres">
      <dgm:prSet presAssocID="{A06C056C-8440-4667-8DDD-4CE1F68510E7}" presName="sibTrans" presStyleLbl="sibTrans2D1" presStyleIdx="0" presStyleCnt="0"/>
      <dgm:spPr/>
    </dgm:pt>
    <dgm:pt modelId="{FEBCB017-2BB2-4482-AFE6-91A1B64622E9}" type="pres">
      <dgm:prSet presAssocID="{FF7DF291-10A5-4F63-B7FD-0F8285A6DC09}" presName="compNode" presStyleCnt="0"/>
      <dgm:spPr/>
    </dgm:pt>
    <dgm:pt modelId="{9DA167C1-2EB3-42A0-9EC0-816E8B8D4B54}" type="pres">
      <dgm:prSet presAssocID="{FF7DF291-10A5-4F63-B7FD-0F8285A6DC09}" presName="iconBgRect" presStyleLbl="bgShp" presStyleIdx="3" presStyleCnt="6"/>
      <dgm:spPr/>
    </dgm:pt>
    <dgm:pt modelId="{E26B793D-4E53-4FDE-AF69-0B7F8ACA8C23}" type="pres">
      <dgm:prSet presAssocID="{FF7DF291-10A5-4F63-B7FD-0F8285A6DC0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7113157-013D-43E0-BBF5-05C9F96D9093}" type="pres">
      <dgm:prSet presAssocID="{FF7DF291-10A5-4F63-B7FD-0F8285A6DC09}" presName="spaceRect" presStyleCnt="0"/>
      <dgm:spPr/>
    </dgm:pt>
    <dgm:pt modelId="{8664A6C4-9A22-41AA-AE77-088C5D6C05EF}" type="pres">
      <dgm:prSet presAssocID="{FF7DF291-10A5-4F63-B7FD-0F8285A6DC09}" presName="textRect" presStyleLbl="revTx" presStyleIdx="3" presStyleCnt="6">
        <dgm:presLayoutVars>
          <dgm:chMax val="1"/>
          <dgm:chPref val="1"/>
        </dgm:presLayoutVars>
      </dgm:prSet>
      <dgm:spPr/>
    </dgm:pt>
    <dgm:pt modelId="{DFC4D3BD-B861-46B2-B41A-1ACA4E1EF75D}" type="pres">
      <dgm:prSet presAssocID="{CD5D64A0-1375-4FBF-814F-D3B204AC740D}" presName="sibTrans" presStyleLbl="sibTrans2D1" presStyleIdx="0" presStyleCnt="0"/>
      <dgm:spPr/>
    </dgm:pt>
    <dgm:pt modelId="{7C43727F-C28A-465C-AD3C-D370B34038F9}" type="pres">
      <dgm:prSet presAssocID="{1FB38A84-D114-4A21-8CE7-D53C00BCCD01}" presName="compNode" presStyleCnt="0"/>
      <dgm:spPr/>
    </dgm:pt>
    <dgm:pt modelId="{2F87A2FD-677E-4264-9C47-8A2DEBDEF5B1}" type="pres">
      <dgm:prSet presAssocID="{1FB38A84-D114-4A21-8CE7-D53C00BCCD01}" presName="iconBgRect" presStyleLbl="bgShp" presStyleIdx="4" presStyleCnt="6"/>
      <dgm:spPr/>
    </dgm:pt>
    <dgm:pt modelId="{C52E6AEA-9BD6-4F56-8AC3-44C31ECC4486}" type="pres">
      <dgm:prSet presAssocID="{1FB38A84-D114-4A21-8CE7-D53C00BCCD0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591103F2-C1C2-4730-9071-8F8F0338C7BF}" type="pres">
      <dgm:prSet presAssocID="{1FB38A84-D114-4A21-8CE7-D53C00BCCD01}" presName="spaceRect" presStyleCnt="0"/>
      <dgm:spPr/>
    </dgm:pt>
    <dgm:pt modelId="{BF16C772-166C-47D5-8B7B-8307C5790FF7}" type="pres">
      <dgm:prSet presAssocID="{1FB38A84-D114-4A21-8CE7-D53C00BCCD01}" presName="textRect" presStyleLbl="revTx" presStyleIdx="4" presStyleCnt="6">
        <dgm:presLayoutVars>
          <dgm:chMax val="1"/>
          <dgm:chPref val="1"/>
        </dgm:presLayoutVars>
      </dgm:prSet>
      <dgm:spPr/>
    </dgm:pt>
    <dgm:pt modelId="{2DE3F1E1-4898-40B1-AF3B-3D5F45699CFB}" type="pres">
      <dgm:prSet presAssocID="{24C4C2B8-B62E-4F16-8353-0006A7B5D244}" presName="sibTrans" presStyleLbl="sibTrans2D1" presStyleIdx="0" presStyleCnt="0"/>
      <dgm:spPr/>
    </dgm:pt>
    <dgm:pt modelId="{1FB0C2D5-C061-473F-B1F4-66CB35F545DC}" type="pres">
      <dgm:prSet presAssocID="{7C6811A3-B3A7-4956-AB9C-7D1CA191BE1C}" presName="compNode" presStyleCnt="0"/>
      <dgm:spPr/>
    </dgm:pt>
    <dgm:pt modelId="{E122014A-4322-4E67-A373-75C705CA7F06}" type="pres">
      <dgm:prSet presAssocID="{7C6811A3-B3A7-4956-AB9C-7D1CA191BE1C}" presName="iconBgRect" presStyleLbl="bgShp" presStyleIdx="5" presStyleCnt="6"/>
      <dgm:spPr/>
    </dgm:pt>
    <dgm:pt modelId="{1B90B372-1F1A-491E-9AC0-57C2200171AF}" type="pres">
      <dgm:prSet presAssocID="{7C6811A3-B3A7-4956-AB9C-7D1CA191BE1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66C4F36E-6388-4F27-B17C-EB7333BBF90B}" type="pres">
      <dgm:prSet presAssocID="{7C6811A3-B3A7-4956-AB9C-7D1CA191BE1C}" presName="spaceRect" presStyleCnt="0"/>
      <dgm:spPr/>
    </dgm:pt>
    <dgm:pt modelId="{94107839-EE5D-4B77-8C40-6B8E241C869B}" type="pres">
      <dgm:prSet presAssocID="{7C6811A3-B3A7-4956-AB9C-7D1CA191BE1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E176932-D300-4490-9F9A-90AA9ECB68EF}" type="presOf" srcId="{A06C056C-8440-4667-8DDD-4CE1F68510E7}" destId="{4D34F2F0-11F5-43C7-B94C-FFD98A193B35}" srcOrd="0" destOrd="0" presId="urn:microsoft.com/office/officeart/2018/2/layout/IconCircleList"/>
    <dgm:cxn modelId="{76E3AB34-2DD5-4C7D-8A9B-00722EBDD9D6}" srcId="{A77E9991-A023-4A0B-A747-83CD1EB34C80}" destId="{3AF0A95B-3780-478C-9163-C4A9EB46EA81}" srcOrd="2" destOrd="0" parTransId="{AAC98B0B-C99C-4E69-AB7D-D84105C2F28B}" sibTransId="{A06C056C-8440-4667-8DDD-4CE1F68510E7}"/>
    <dgm:cxn modelId="{EA562538-0357-4A72-A48E-F767810A5FF6}" type="presOf" srcId="{1FB38A84-D114-4A21-8CE7-D53C00BCCD01}" destId="{BF16C772-166C-47D5-8B7B-8307C5790FF7}" srcOrd="0" destOrd="0" presId="urn:microsoft.com/office/officeart/2018/2/layout/IconCircleList"/>
    <dgm:cxn modelId="{A7D37E39-C6E8-47CA-8160-1F57FB9A6FFC}" type="presOf" srcId="{7C6811A3-B3A7-4956-AB9C-7D1CA191BE1C}" destId="{94107839-EE5D-4B77-8C40-6B8E241C869B}" srcOrd="0" destOrd="0" presId="urn:microsoft.com/office/officeart/2018/2/layout/IconCircleList"/>
    <dgm:cxn modelId="{E244173B-C99E-489C-BF50-BDB8373B92F4}" type="presOf" srcId="{CD5D64A0-1375-4FBF-814F-D3B204AC740D}" destId="{DFC4D3BD-B861-46B2-B41A-1ACA4E1EF75D}" srcOrd="0" destOrd="0" presId="urn:microsoft.com/office/officeart/2018/2/layout/IconCircleList"/>
    <dgm:cxn modelId="{A1B04F5A-18EB-4D91-A3AE-05D024E50682}" type="presOf" srcId="{A77E9991-A023-4A0B-A747-83CD1EB34C80}" destId="{03CCC0DF-1E18-412A-8570-E103CBFF8C79}" srcOrd="0" destOrd="0" presId="urn:microsoft.com/office/officeart/2018/2/layout/IconCircleList"/>
    <dgm:cxn modelId="{66C9AA64-DD07-41CD-A3A7-3E86089EB99F}" type="presOf" srcId="{CA6BAD13-F3BF-4DE6-AED3-3202B17352AF}" destId="{F507B4CE-8664-4E2F-A142-52B8FBF40142}" srcOrd="0" destOrd="0" presId="urn:microsoft.com/office/officeart/2018/2/layout/IconCircleList"/>
    <dgm:cxn modelId="{2B62EB72-30CF-48F7-9188-2955D955FED0}" type="presOf" srcId="{F183BF47-8901-4058-B88D-4E607C5CF53D}" destId="{E3DF7441-1381-42EB-82FA-7279D5FDC910}" srcOrd="0" destOrd="0" presId="urn:microsoft.com/office/officeart/2018/2/layout/IconCircleList"/>
    <dgm:cxn modelId="{16641274-AE80-4F52-A254-57AEC4D5EDCC}" srcId="{A77E9991-A023-4A0B-A747-83CD1EB34C80}" destId="{CA6BAD13-F3BF-4DE6-AED3-3202B17352AF}" srcOrd="0" destOrd="0" parTransId="{56CCEA14-8F11-4CA7-B4F9-B419149113E2}" sibTransId="{DF2A64A0-54CE-43DC-AB3F-E2945BCF45E2}"/>
    <dgm:cxn modelId="{3136D586-EAB4-4D89-8BAA-0839CDED798F}" srcId="{A77E9991-A023-4A0B-A747-83CD1EB34C80}" destId="{FF7DF291-10A5-4F63-B7FD-0F8285A6DC09}" srcOrd="3" destOrd="0" parTransId="{E14ED323-A807-4805-835E-C69B1DA648B7}" sibTransId="{CD5D64A0-1375-4FBF-814F-D3B204AC740D}"/>
    <dgm:cxn modelId="{6BB2F194-4C50-4B9A-B04E-427B3B4DBABB}" type="presOf" srcId="{2C0ACF99-025E-44A8-8354-1AE892CB2250}" destId="{C7334652-F49D-4E11-9BAA-2A7A6C16F1D9}" srcOrd="0" destOrd="0" presId="urn:microsoft.com/office/officeart/2018/2/layout/IconCircleList"/>
    <dgm:cxn modelId="{184FC0AF-A4B1-4D36-B3AE-5D87AC8752C4}" type="presOf" srcId="{FF7DF291-10A5-4F63-B7FD-0F8285A6DC09}" destId="{8664A6C4-9A22-41AA-AE77-088C5D6C05EF}" srcOrd="0" destOrd="0" presId="urn:microsoft.com/office/officeart/2018/2/layout/IconCircleList"/>
    <dgm:cxn modelId="{3FBE7AC4-4890-49BF-90C7-A4A75308DE19}" type="presOf" srcId="{24C4C2B8-B62E-4F16-8353-0006A7B5D244}" destId="{2DE3F1E1-4898-40B1-AF3B-3D5F45699CFB}" srcOrd="0" destOrd="0" presId="urn:microsoft.com/office/officeart/2018/2/layout/IconCircleList"/>
    <dgm:cxn modelId="{155B76D6-B435-4805-B9D5-526DCC2A4FD1}" srcId="{A77E9991-A023-4A0B-A747-83CD1EB34C80}" destId="{7C6811A3-B3A7-4956-AB9C-7D1CA191BE1C}" srcOrd="5" destOrd="0" parTransId="{5B3FF24D-01C7-4C9C-8C44-45EC7E06EC06}" sibTransId="{CB46F8AE-9713-402E-B56A-4AF943D60A6D}"/>
    <dgm:cxn modelId="{11EA1CD8-8839-46EA-808C-7E491BCEA279}" type="presOf" srcId="{3AF0A95B-3780-478C-9163-C4A9EB46EA81}" destId="{D0EF9BA8-02CE-4CCB-B71F-2182EB1E2CC7}" srcOrd="0" destOrd="0" presId="urn:microsoft.com/office/officeart/2018/2/layout/IconCircleList"/>
    <dgm:cxn modelId="{26C3D3D8-D0F6-42B0-825D-2868A48FD933}" srcId="{A77E9991-A023-4A0B-A747-83CD1EB34C80}" destId="{2C0ACF99-025E-44A8-8354-1AE892CB2250}" srcOrd="1" destOrd="0" parTransId="{BAEB9D26-8AB1-4C5B-8235-B7481CDD6078}" sibTransId="{F183BF47-8901-4058-B88D-4E607C5CF53D}"/>
    <dgm:cxn modelId="{1DBCF6EA-D898-4EA2-88D0-5FD6FF31C306}" type="presOf" srcId="{DF2A64A0-54CE-43DC-AB3F-E2945BCF45E2}" destId="{E513CCAC-6CE8-4F63-8E55-1A28C49E9D92}" srcOrd="0" destOrd="0" presId="urn:microsoft.com/office/officeart/2018/2/layout/IconCircleList"/>
    <dgm:cxn modelId="{522F52ED-5938-4895-9E7D-3AA5E6322413}" srcId="{A77E9991-A023-4A0B-A747-83CD1EB34C80}" destId="{1FB38A84-D114-4A21-8CE7-D53C00BCCD01}" srcOrd="4" destOrd="0" parTransId="{1E3A393A-8169-45D7-BF5F-BA8461EE8743}" sibTransId="{24C4C2B8-B62E-4F16-8353-0006A7B5D244}"/>
    <dgm:cxn modelId="{9820CA09-3581-4204-B14F-1CDC9D55ECA1}" type="presParOf" srcId="{03CCC0DF-1E18-412A-8570-E103CBFF8C79}" destId="{B89C7A6A-59D0-4985-A664-214050F76843}" srcOrd="0" destOrd="0" presId="urn:microsoft.com/office/officeart/2018/2/layout/IconCircleList"/>
    <dgm:cxn modelId="{AC8FAA3B-46D4-4C5D-81D1-0CF766F830C6}" type="presParOf" srcId="{B89C7A6A-59D0-4985-A664-214050F76843}" destId="{02BD8DF6-1254-4319-9921-89705C8CEB5F}" srcOrd="0" destOrd="0" presId="urn:microsoft.com/office/officeart/2018/2/layout/IconCircleList"/>
    <dgm:cxn modelId="{4813B56F-ADD1-4387-991A-EB61D3F7616A}" type="presParOf" srcId="{02BD8DF6-1254-4319-9921-89705C8CEB5F}" destId="{91025CF4-D153-48BE-9CED-227EA0D79FAE}" srcOrd="0" destOrd="0" presId="urn:microsoft.com/office/officeart/2018/2/layout/IconCircleList"/>
    <dgm:cxn modelId="{7A11396F-E052-4968-83E1-CAC9A47DFF61}" type="presParOf" srcId="{02BD8DF6-1254-4319-9921-89705C8CEB5F}" destId="{6AB2C066-83B1-425A-9BE1-140077252649}" srcOrd="1" destOrd="0" presId="urn:microsoft.com/office/officeart/2018/2/layout/IconCircleList"/>
    <dgm:cxn modelId="{25660113-CE09-4B04-8A70-30DA2B933F0B}" type="presParOf" srcId="{02BD8DF6-1254-4319-9921-89705C8CEB5F}" destId="{4D9CFBE7-63D8-4182-BB77-FA2628050749}" srcOrd="2" destOrd="0" presId="urn:microsoft.com/office/officeart/2018/2/layout/IconCircleList"/>
    <dgm:cxn modelId="{421E8CA5-44CF-44AB-A6AC-EDB8B683F637}" type="presParOf" srcId="{02BD8DF6-1254-4319-9921-89705C8CEB5F}" destId="{F507B4CE-8664-4E2F-A142-52B8FBF40142}" srcOrd="3" destOrd="0" presId="urn:microsoft.com/office/officeart/2018/2/layout/IconCircleList"/>
    <dgm:cxn modelId="{063D705E-D358-4DA5-9A33-6E3004828A1A}" type="presParOf" srcId="{B89C7A6A-59D0-4985-A664-214050F76843}" destId="{E513CCAC-6CE8-4F63-8E55-1A28C49E9D92}" srcOrd="1" destOrd="0" presId="urn:microsoft.com/office/officeart/2018/2/layout/IconCircleList"/>
    <dgm:cxn modelId="{DC5B67B6-FEAC-4748-B1F0-BA251D0AFB5B}" type="presParOf" srcId="{B89C7A6A-59D0-4985-A664-214050F76843}" destId="{5DFC541B-E1A0-4250-9D22-DC4B9F8B1100}" srcOrd="2" destOrd="0" presId="urn:microsoft.com/office/officeart/2018/2/layout/IconCircleList"/>
    <dgm:cxn modelId="{7FA86B92-FBC6-4A21-8F26-0E2F3956AAFB}" type="presParOf" srcId="{5DFC541B-E1A0-4250-9D22-DC4B9F8B1100}" destId="{4FBBD924-0600-4775-8C0C-8CBA968C0F27}" srcOrd="0" destOrd="0" presId="urn:microsoft.com/office/officeart/2018/2/layout/IconCircleList"/>
    <dgm:cxn modelId="{39DD9738-0EEA-4935-9ADB-ADFC6D3544E3}" type="presParOf" srcId="{5DFC541B-E1A0-4250-9D22-DC4B9F8B1100}" destId="{01BAEE2F-F35F-426D-86BC-4200C5B3BB6C}" srcOrd="1" destOrd="0" presId="urn:microsoft.com/office/officeart/2018/2/layout/IconCircleList"/>
    <dgm:cxn modelId="{80F762C2-563C-4541-A883-C6DFAA6BEB2F}" type="presParOf" srcId="{5DFC541B-E1A0-4250-9D22-DC4B9F8B1100}" destId="{31572083-4CAA-495A-83CE-9A05955B96A3}" srcOrd="2" destOrd="0" presId="urn:microsoft.com/office/officeart/2018/2/layout/IconCircleList"/>
    <dgm:cxn modelId="{8AF9F073-31D8-4F7D-92AC-5F071E1C2DED}" type="presParOf" srcId="{5DFC541B-E1A0-4250-9D22-DC4B9F8B1100}" destId="{C7334652-F49D-4E11-9BAA-2A7A6C16F1D9}" srcOrd="3" destOrd="0" presId="urn:microsoft.com/office/officeart/2018/2/layout/IconCircleList"/>
    <dgm:cxn modelId="{BA6517AE-9E9A-42A8-A5C8-94F83E1112E1}" type="presParOf" srcId="{B89C7A6A-59D0-4985-A664-214050F76843}" destId="{E3DF7441-1381-42EB-82FA-7279D5FDC910}" srcOrd="3" destOrd="0" presId="urn:microsoft.com/office/officeart/2018/2/layout/IconCircleList"/>
    <dgm:cxn modelId="{444B19B4-A0D7-4E2E-9090-E5854F1800D0}" type="presParOf" srcId="{B89C7A6A-59D0-4985-A664-214050F76843}" destId="{CF6B8994-3586-4913-9D28-98FF729A7A96}" srcOrd="4" destOrd="0" presId="urn:microsoft.com/office/officeart/2018/2/layout/IconCircleList"/>
    <dgm:cxn modelId="{E4BE9472-4B57-40F0-8AA7-A890AB35E5B5}" type="presParOf" srcId="{CF6B8994-3586-4913-9D28-98FF729A7A96}" destId="{567E780A-765C-4DCE-978F-A2F5C6DBEF9B}" srcOrd="0" destOrd="0" presId="urn:microsoft.com/office/officeart/2018/2/layout/IconCircleList"/>
    <dgm:cxn modelId="{5F59A133-98F1-4A05-8707-028A7FDB0641}" type="presParOf" srcId="{CF6B8994-3586-4913-9D28-98FF729A7A96}" destId="{A71C5AD9-E9C8-4CCD-88B7-B8EF4853532E}" srcOrd="1" destOrd="0" presId="urn:microsoft.com/office/officeart/2018/2/layout/IconCircleList"/>
    <dgm:cxn modelId="{6B54C8EA-C945-4CDF-ACF6-50EEB003FB5D}" type="presParOf" srcId="{CF6B8994-3586-4913-9D28-98FF729A7A96}" destId="{80ADADAA-69B3-4514-99E6-10F10DD29C1C}" srcOrd="2" destOrd="0" presId="urn:microsoft.com/office/officeart/2018/2/layout/IconCircleList"/>
    <dgm:cxn modelId="{749E670F-E717-4C6D-97E8-DDBAB1CBBFC8}" type="presParOf" srcId="{CF6B8994-3586-4913-9D28-98FF729A7A96}" destId="{D0EF9BA8-02CE-4CCB-B71F-2182EB1E2CC7}" srcOrd="3" destOrd="0" presId="urn:microsoft.com/office/officeart/2018/2/layout/IconCircleList"/>
    <dgm:cxn modelId="{199F5877-5497-4579-A815-DE7998A94EFC}" type="presParOf" srcId="{B89C7A6A-59D0-4985-A664-214050F76843}" destId="{4D34F2F0-11F5-43C7-B94C-FFD98A193B35}" srcOrd="5" destOrd="0" presId="urn:microsoft.com/office/officeart/2018/2/layout/IconCircleList"/>
    <dgm:cxn modelId="{C0CEDB00-450E-4F13-AF7A-B3EDD8377510}" type="presParOf" srcId="{B89C7A6A-59D0-4985-A664-214050F76843}" destId="{FEBCB017-2BB2-4482-AFE6-91A1B64622E9}" srcOrd="6" destOrd="0" presId="urn:microsoft.com/office/officeart/2018/2/layout/IconCircleList"/>
    <dgm:cxn modelId="{A5E0FAA6-C4E9-41D3-B3A0-5CD22BE24FC8}" type="presParOf" srcId="{FEBCB017-2BB2-4482-AFE6-91A1B64622E9}" destId="{9DA167C1-2EB3-42A0-9EC0-816E8B8D4B54}" srcOrd="0" destOrd="0" presId="urn:microsoft.com/office/officeart/2018/2/layout/IconCircleList"/>
    <dgm:cxn modelId="{F10878D5-1093-46EE-A210-1FA7D4C95759}" type="presParOf" srcId="{FEBCB017-2BB2-4482-AFE6-91A1B64622E9}" destId="{E26B793D-4E53-4FDE-AF69-0B7F8ACA8C23}" srcOrd="1" destOrd="0" presId="urn:microsoft.com/office/officeart/2018/2/layout/IconCircleList"/>
    <dgm:cxn modelId="{161877C7-5842-4928-AE69-05A3C7983AD8}" type="presParOf" srcId="{FEBCB017-2BB2-4482-AFE6-91A1B64622E9}" destId="{67113157-013D-43E0-BBF5-05C9F96D9093}" srcOrd="2" destOrd="0" presId="urn:microsoft.com/office/officeart/2018/2/layout/IconCircleList"/>
    <dgm:cxn modelId="{AF18CDF8-0E3F-4BCC-8B4E-83FF237B16B5}" type="presParOf" srcId="{FEBCB017-2BB2-4482-AFE6-91A1B64622E9}" destId="{8664A6C4-9A22-41AA-AE77-088C5D6C05EF}" srcOrd="3" destOrd="0" presId="urn:microsoft.com/office/officeart/2018/2/layout/IconCircleList"/>
    <dgm:cxn modelId="{41BA13E1-AB50-4E64-AFF3-02AF56F95775}" type="presParOf" srcId="{B89C7A6A-59D0-4985-A664-214050F76843}" destId="{DFC4D3BD-B861-46B2-B41A-1ACA4E1EF75D}" srcOrd="7" destOrd="0" presId="urn:microsoft.com/office/officeart/2018/2/layout/IconCircleList"/>
    <dgm:cxn modelId="{D2BC59EE-2711-4D3B-9F84-EA165F5E6EC4}" type="presParOf" srcId="{B89C7A6A-59D0-4985-A664-214050F76843}" destId="{7C43727F-C28A-465C-AD3C-D370B34038F9}" srcOrd="8" destOrd="0" presId="urn:microsoft.com/office/officeart/2018/2/layout/IconCircleList"/>
    <dgm:cxn modelId="{119CBE04-BFD5-42FC-A65E-AF8A87B8D819}" type="presParOf" srcId="{7C43727F-C28A-465C-AD3C-D370B34038F9}" destId="{2F87A2FD-677E-4264-9C47-8A2DEBDEF5B1}" srcOrd="0" destOrd="0" presId="urn:microsoft.com/office/officeart/2018/2/layout/IconCircleList"/>
    <dgm:cxn modelId="{5624AD59-2BB2-4E84-922A-A8BF0EF5567F}" type="presParOf" srcId="{7C43727F-C28A-465C-AD3C-D370B34038F9}" destId="{C52E6AEA-9BD6-4F56-8AC3-44C31ECC4486}" srcOrd="1" destOrd="0" presId="urn:microsoft.com/office/officeart/2018/2/layout/IconCircleList"/>
    <dgm:cxn modelId="{0FECA456-AFF9-40A5-AB39-0A5F8CC2CEEB}" type="presParOf" srcId="{7C43727F-C28A-465C-AD3C-D370B34038F9}" destId="{591103F2-C1C2-4730-9071-8F8F0338C7BF}" srcOrd="2" destOrd="0" presId="urn:microsoft.com/office/officeart/2018/2/layout/IconCircleList"/>
    <dgm:cxn modelId="{1BB9120C-39DE-4046-A02F-021971BD0912}" type="presParOf" srcId="{7C43727F-C28A-465C-AD3C-D370B34038F9}" destId="{BF16C772-166C-47D5-8B7B-8307C5790FF7}" srcOrd="3" destOrd="0" presId="urn:microsoft.com/office/officeart/2018/2/layout/IconCircleList"/>
    <dgm:cxn modelId="{358CFBDD-82A4-490C-AC41-FAD2B8D7EFDD}" type="presParOf" srcId="{B89C7A6A-59D0-4985-A664-214050F76843}" destId="{2DE3F1E1-4898-40B1-AF3B-3D5F45699CFB}" srcOrd="9" destOrd="0" presId="urn:microsoft.com/office/officeart/2018/2/layout/IconCircleList"/>
    <dgm:cxn modelId="{B580CC35-E346-4AC3-B310-E729BC427529}" type="presParOf" srcId="{B89C7A6A-59D0-4985-A664-214050F76843}" destId="{1FB0C2D5-C061-473F-B1F4-66CB35F545DC}" srcOrd="10" destOrd="0" presId="urn:microsoft.com/office/officeart/2018/2/layout/IconCircleList"/>
    <dgm:cxn modelId="{272255C4-E808-4878-8EC5-626385E6F5BF}" type="presParOf" srcId="{1FB0C2D5-C061-473F-B1F4-66CB35F545DC}" destId="{E122014A-4322-4E67-A373-75C705CA7F06}" srcOrd="0" destOrd="0" presId="urn:microsoft.com/office/officeart/2018/2/layout/IconCircleList"/>
    <dgm:cxn modelId="{2A5C3FFD-02B7-4D81-9B98-98CCCC8FD370}" type="presParOf" srcId="{1FB0C2D5-C061-473F-B1F4-66CB35F545DC}" destId="{1B90B372-1F1A-491E-9AC0-57C2200171AF}" srcOrd="1" destOrd="0" presId="urn:microsoft.com/office/officeart/2018/2/layout/IconCircleList"/>
    <dgm:cxn modelId="{34785A92-A46C-4EFC-AA8B-C4CF3A64B373}" type="presParOf" srcId="{1FB0C2D5-C061-473F-B1F4-66CB35F545DC}" destId="{66C4F36E-6388-4F27-B17C-EB7333BBF90B}" srcOrd="2" destOrd="0" presId="urn:microsoft.com/office/officeart/2018/2/layout/IconCircleList"/>
    <dgm:cxn modelId="{A7772208-AFF9-4D17-B0C6-3C4AD3E8678D}" type="presParOf" srcId="{1FB0C2D5-C061-473F-B1F4-66CB35F545DC}" destId="{94107839-EE5D-4B77-8C40-6B8E241C869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AAFA8C-19D2-483C-94DA-80F26E35657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1203CF3-40CD-4BBE-81BA-CB43B4693966}">
      <dgm:prSet/>
      <dgm:spPr/>
      <dgm:t>
        <a:bodyPr/>
        <a:lstStyle/>
        <a:p>
          <a:pPr>
            <a:defRPr b="1"/>
          </a:pPr>
          <a:r>
            <a:rPr lang="en-US"/>
            <a:t>Benchmarked simple and complex models to balance performance and interpretability</a:t>
          </a:r>
        </a:p>
      </dgm:t>
    </dgm:pt>
    <dgm:pt modelId="{E872C008-2ADC-4D8D-BCB9-D5D101CC5196}" type="parTrans" cxnId="{AE1000B6-80E3-4336-82E2-9F0B2E9C75F5}">
      <dgm:prSet/>
      <dgm:spPr/>
      <dgm:t>
        <a:bodyPr/>
        <a:lstStyle/>
        <a:p>
          <a:endParaRPr lang="en-US"/>
        </a:p>
      </dgm:t>
    </dgm:pt>
    <dgm:pt modelId="{2CDAE675-BB64-4DBE-A0B7-CB21A1C2EEFC}" type="sibTrans" cxnId="{AE1000B6-80E3-4336-82E2-9F0B2E9C75F5}">
      <dgm:prSet/>
      <dgm:spPr/>
      <dgm:t>
        <a:bodyPr/>
        <a:lstStyle/>
        <a:p>
          <a:endParaRPr lang="en-US"/>
        </a:p>
      </dgm:t>
    </dgm:pt>
    <dgm:pt modelId="{DD46BD79-CC3F-4D0E-BF08-4623BB7F675E}">
      <dgm:prSet/>
      <dgm:spPr/>
      <dgm:t>
        <a:bodyPr/>
        <a:lstStyle/>
        <a:p>
          <a:pPr>
            <a:defRPr b="1"/>
          </a:pPr>
          <a:r>
            <a:rPr lang="en-US"/>
            <a:t>Models evaluated</a:t>
          </a:r>
        </a:p>
      </dgm:t>
    </dgm:pt>
    <dgm:pt modelId="{A4D9FD0D-04E2-412F-B6DD-77014563F225}" type="parTrans" cxnId="{EEE6236C-DD27-44F4-A8B9-0F57E6BAF495}">
      <dgm:prSet/>
      <dgm:spPr/>
      <dgm:t>
        <a:bodyPr/>
        <a:lstStyle/>
        <a:p>
          <a:endParaRPr lang="en-US"/>
        </a:p>
      </dgm:t>
    </dgm:pt>
    <dgm:pt modelId="{9FCD6D39-D7A5-457E-8952-AA3534BF33A1}" type="sibTrans" cxnId="{EEE6236C-DD27-44F4-A8B9-0F57E6BAF495}">
      <dgm:prSet/>
      <dgm:spPr/>
      <dgm:t>
        <a:bodyPr/>
        <a:lstStyle/>
        <a:p>
          <a:endParaRPr lang="en-US"/>
        </a:p>
      </dgm:t>
    </dgm:pt>
    <dgm:pt modelId="{00878C42-E5E0-44F9-A45C-A11299011706}">
      <dgm:prSet custT="1"/>
      <dgm:spPr/>
      <dgm:t>
        <a:bodyPr/>
        <a:lstStyle/>
        <a:p>
          <a:r>
            <a:rPr lang="en-US" sz="1400" dirty="0"/>
            <a:t>Logistic Regression</a:t>
          </a:r>
        </a:p>
      </dgm:t>
    </dgm:pt>
    <dgm:pt modelId="{BBCFCC5A-23BB-4A2D-ABC4-AC8E145FCEE6}" type="parTrans" cxnId="{4114E785-8F93-4A60-B2B3-314EA1EE7046}">
      <dgm:prSet/>
      <dgm:spPr/>
      <dgm:t>
        <a:bodyPr/>
        <a:lstStyle/>
        <a:p>
          <a:endParaRPr lang="en-US"/>
        </a:p>
      </dgm:t>
    </dgm:pt>
    <dgm:pt modelId="{F9DCC855-9341-4B9B-BB27-DB40BFD66708}" type="sibTrans" cxnId="{4114E785-8F93-4A60-B2B3-314EA1EE7046}">
      <dgm:prSet/>
      <dgm:spPr/>
      <dgm:t>
        <a:bodyPr/>
        <a:lstStyle/>
        <a:p>
          <a:endParaRPr lang="en-US"/>
        </a:p>
      </dgm:t>
    </dgm:pt>
    <dgm:pt modelId="{28B78E83-6B63-43B7-AAC9-FEEB9BF1DF54}">
      <dgm:prSet custT="1"/>
      <dgm:spPr/>
      <dgm:t>
        <a:bodyPr/>
        <a:lstStyle/>
        <a:p>
          <a:r>
            <a:rPr lang="en-US" sz="1400" dirty="0"/>
            <a:t>Random Forest</a:t>
          </a:r>
        </a:p>
      </dgm:t>
    </dgm:pt>
    <dgm:pt modelId="{538F4800-BA11-4440-A4E8-17831C9D040D}" type="parTrans" cxnId="{B7FC83ED-6754-4403-8CB0-ED12E1490347}">
      <dgm:prSet/>
      <dgm:spPr/>
      <dgm:t>
        <a:bodyPr/>
        <a:lstStyle/>
        <a:p>
          <a:endParaRPr lang="en-US"/>
        </a:p>
      </dgm:t>
    </dgm:pt>
    <dgm:pt modelId="{23C4DD65-A350-43F9-B928-520AA5EB27F8}" type="sibTrans" cxnId="{B7FC83ED-6754-4403-8CB0-ED12E1490347}">
      <dgm:prSet/>
      <dgm:spPr/>
      <dgm:t>
        <a:bodyPr/>
        <a:lstStyle/>
        <a:p>
          <a:endParaRPr lang="en-US"/>
        </a:p>
      </dgm:t>
    </dgm:pt>
    <dgm:pt modelId="{8CDAD78A-CAC2-47CD-B42A-24A6FF8CEB86}">
      <dgm:prSet custT="1"/>
      <dgm:spPr/>
      <dgm:t>
        <a:bodyPr/>
        <a:lstStyle/>
        <a:p>
          <a:r>
            <a:rPr lang="en-US" sz="1400" dirty="0" err="1"/>
            <a:t>eXtreme</a:t>
          </a:r>
          <a:r>
            <a:rPr lang="en-US" sz="1400" dirty="0"/>
            <a:t> Gradient Boosting (</a:t>
          </a:r>
          <a:r>
            <a:rPr lang="en-US" sz="1400" dirty="0" err="1"/>
            <a:t>XGBoost</a:t>
          </a:r>
          <a:r>
            <a:rPr lang="en-US" sz="1400" dirty="0"/>
            <a:t>) </a:t>
          </a:r>
        </a:p>
      </dgm:t>
    </dgm:pt>
    <dgm:pt modelId="{AF691830-28F5-4767-8F55-AA36CD18C4DF}" type="parTrans" cxnId="{0B008B52-7D86-47B4-8D5F-AAD07148A97A}">
      <dgm:prSet/>
      <dgm:spPr/>
      <dgm:t>
        <a:bodyPr/>
        <a:lstStyle/>
        <a:p>
          <a:endParaRPr lang="en-US"/>
        </a:p>
      </dgm:t>
    </dgm:pt>
    <dgm:pt modelId="{757E5AAB-8AA1-4E85-AEDB-5E7308F588A5}" type="sibTrans" cxnId="{0B008B52-7D86-47B4-8D5F-AAD07148A97A}">
      <dgm:prSet/>
      <dgm:spPr/>
      <dgm:t>
        <a:bodyPr/>
        <a:lstStyle/>
        <a:p>
          <a:endParaRPr lang="en-US"/>
        </a:p>
      </dgm:t>
    </dgm:pt>
    <dgm:pt modelId="{7F53A517-347F-4B45-A51B-8D455079FEFD}">
      <dgm:prSet custT="1"/>
      <dgm:spPr/>
      <dgm:t>
        <a:bodyPr/>
        <a:lstStyle/>
        <a:p>
          <a:r>
            <a:rPr lang="en-US" sz="1400" dirty="0"/>
            <a:t>Light Gradient Boosting Machine (LGBM)</a:t>
          </a:r>
        </a:p>
      </dgm:t>
    </dgm:pt>
    <dgm:pt modelId="{38FCBC7E-4C88-4B1D-98F6-28CB1503482B}" type="parTrans" cxnId="{B1F22548-1D83-4530-A3A7-5B033AB5BF60}">
      <dgm:prSet/>
      <dgm:spPr/>
      <dgm:t>
        <a:bodyPr/>
        <a:lstStyle/>
        <a:p>
          <a:endParaRPr lang="en-US"/>
        </a:p>
      </dgm:t>
    </dgm:pt>
    <dgm:pt modelId="{2D373E42-1ACF-4190-9B05-F7F1F6143496}" type="sibTrans" cxnId="{B1F22548-1D83-4530-A3A7-5B033AB5BF60}">
      <dgm:prSet/>
      <dgm:spPr/>
      <dgm:t>
        <a:bodyPr/>
        <a:lstStyle/>
        <a:p>
          <a:endParaRPr lang="en-US"/>
        </a:p>
      </dgm:t>
    </dgm:pt>
    <dgm:pt modelId="{DD3546D1-C3C6-421A-B8A1-AB744A74AF05}">
      <dgm:prSet/>
      <dgm:spPr/>
      <dgm:t>
        <a:bodyPr/>
        <a:lstStyle/>
        <a:p>
          <a:pPr>
            <a:defRPr b="1"/>
          </a:pPr>
          <a:r>
            <a:rPr lang="en-US"/>
            <a:t>Advanced Modeling Techniques to handle data-imbalance</a:t>
          </a:r>
        </a:p>
      </dgm:t>
    </dgm:pt>
    <dgm:pt modelId="{484BAD98-9B70-4010-894F-8B6D25580D72}" type="parTrans" cxnId="{0FB03CE5-D222-4DDE-940E-BF55F074A1F3}">
      <dgm:prSet/>
      <dgm:spPr/>
      <dgm:t>
        <a:bodyPr/>
        <a:lstStyle/>
        <a:p>
          <a:endParaRPr lang="en-US"/>
        </a:p>
      </dgm:t>
    </dgm:pt>
    <dgm:pt modelId="{C40B8C05-E76A-4BF8-A7D5-E043D41EE67C}" type="sibTrans" cxnId="{0FB03CE5-D222-4DDE-940E-BF55F074A1F3}">
      <dgm:prSet/>
      <dgm:spPr/>
      <dgm:t>
        <a:bodyPr/>
        <a:lstStyle/>
        <a:p>
          <a:endParaRPr lang="en-US"/>
        </a:p>
      </dgm:t>
    </dgm:pt>
    <dgm:pt modelId="{B0ABF907-CFCE-4175-86D5-F4A3F7BE9ADC}">
      <dgm:prSet custT="1"/>
      <dgm:spPr/>
      <dgm:t>
        <a:bodyPr/>
        <a:lstStyle/>
        <a:p>
          <a:r>
            <a:rPr lang="en-US" sz="1400"/>
            <a:t>Fine-Tuning</a:t>
          </a:r>
        </a:p>
      </dgm:t>
    </dgm:pt>
    <dgm:pt modelId="{F7026D51-52C1-4BD8-A091-2D5C7BF7AE4D}" type="parTrans" cxnId="{1E7E418A-DDD1-4743-96CA-13C65AE43D90}">
      <dgm:prSet/>
      <dgm:spPr/>
      <dgm:t>
        <a:bodyPr/>
        <a:lstStyle/>
        <a:p>
          <a:endParaRPr lang="en-US"/>
        </a:p>
      </dgm:t>
    </dgm:pt>
    <dgm:pt modelId="{18075297-EBAD-4306-BA6F-94FB80ADE0FC}" type="sibTrans" cxnId="{1E7E418A-DDD1-4743-96CA-13C65AE43D90}">
      <dgm:prSet/>
      <dgm:spPr/>
      <dgm:t>
        <a:bodyPr/>
        <a:lstStyle/>
        <a:p>
          <a:endParaRPr lang="en-US"/>
        </a:p>
      </dgm:t>
    </dgm:pt>
    <dgm:pt modelId="{621E2ED3-E534-42BE-A89E-ABA4CBD88FDC}">
      <dgm:prSet custT="1"/>
      <dgm:spPr/>
      <dgm:t>
        <a:bodyPr/>
        <a:lstStyle/>
        <a:p>
          <a:r>
            <a:rPr lang="en-US" sz="1400" dirty="0"/>
            <a:t>Artificial Sampling (SMOTE)</a:t>
          </a:r>
        </a:p>
      </dgm:t>
    </dgm:pt>
    <dgm:pt modelId="{94A32190-5A12-4BB0-93EA-9D3B6D9FE270}" type="parTrans" cxnId="{B95162F1-9FB5-488D-B7DE-0DB6E56A77D0}">
      <dgm:prSet/>
      <dgm:spPr/>
      <dgm:t>
        <a:bodyPr/>
        <a:lstStyle/>
        <a:p>
          <a:endParaRPr lang="en-US"/>
        </a:p>
      </dgm:t>
    </dgm:pt>
    <dgm:pt modelId="{3FDFEF47-DAAA-4AA9-B14D-77CAC445F114}" type="sibTrans" cxnId="{B95162F1-9FB5-488D-B7DE-0DB6E56A77D0}">
      <dgm:prSet/>
      <dgm:spPr/>
      <dgm:t>
        <a:bodyPr/>
        <a:lstStyle/>
        <a:p>
          <a:endParaRPr lang="en-US"/>
        </a:p>
      </dgm:t>
    </dgm:pt>
    <dgm:pt modelId="{0764963D-3299-4501-B81A-59DEC718E0FB}">
      <dgm:prSet custT="1"/>
      <dgm:spPr/>
      <dgm:t>
        <a:bodyPr/>
        <a:lstStyle/>
        <a:p>
          <a:r>
            <a:rPr lang="en-US" sz="1400" dirty="0" err="1"/>
            <a:t>Undersampling</a:t>
          </a:r>
          <a:r>
            <a:rPr lang="en-US" sz="1400" dirty="0"/>
            <a:t> </a:t>
          </a:r>
        </a:p>
      </dgm:t>
    </dgm:pt>
    <dgm:pt modelId="{75D9B203-1560-4E48-858A-E28643A00E7B}" type="parTrans" cxnId="{1280F96A-F899-4970-9AAD-DE8BDC087311}">
      <dgm:prSet/>
      <dgm:spPr/>
      <dgm:t>
        <a:bodyPr/>
        <a:lstStyle/>
        <a:p>
          <a:endParaRPr lang="en-US"/>
        </a:p>
      </dgm:t>
    </dgm:pt>
    <dgm:pt modelId="{5E580F47-2BA9-4C85-B836-86550518FEAD}" type="sibTrans" cxnId="{1280F96A-F899-4970-9AAD-DE8BDC087311}">
      <dgm:prSet/>
      <dgm:spPr/>
      <dgm:t>
        <a:bodyPr/>
        <a:lstStyle/>
        <a:p>
          <a:endParaRPr lang="en-US"/>
        </a:p>
      </dgm:t>
    </dgm:pt>
    <dgm:pt modelId="{3413A6C3-3B24-454F-885F-F89DCA9F29CF}" type="pres">
      <dgm:prSet presAssocID="{EDAAFA8C-19D2-483C-94DA-80F26E356578}" presName="root" presStyleCnt="0">
        <dgm:presLayoutVars>
          <dgm:dir/>
          <dgm:resizeHandles val="exact"/>
        </dgm:presLayoutVars>
      </dgm:prSet>
      <dgm:spPr/>
    </dgm:pt>
    <dgm:pt modelId="{936478FC-93E0-4701-A51D-B4309BB0DD19}" type="pres">
      <dgm:prSet presAssocID="{A1203CF3-40CD-4BBE-81BA-CB43B4693966}" presName="compNode" presStyleCnt="0"/>
      <dgm:spPr/>
    </dgm:pt>
    <dgm:pt modelId="{0C6D7F4E-4FFF-4823-913A-02E6CC8C55FB}" type="pres">
      <dgm:prSet presAssocID="{A1203CF3-40CD-4BBE-81BA-CB43B46939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41E45BF-1840-4B5E-BC4D-A1B745BB5830}" type="pres">
      <dgm:prSet presAssocID="{A1203CF3-40CD-4BBE-81BA-CB43B4693966}" presName="iconSpace" presStyleCnt="0"/>
      <dgm:spPr/>
    </dgm:pt>
    <dgm:pt modelId="{2DBF6CF5-19E4-48C5-A63E-C7B66886B185}" type="pres">
      <dgm:prSet presAssocID="{A1203CF3-40CD-4BBE-81BA-CB43B4693966}" presName="parTx" presStyleLbl="revTx" presStyleIdx="0" presStyleCnt="6">
        <dgm:presLayoutVars>
          <dgm:chMax val="0"/>
          <dgm:chPref val="0"/>
        </dgm:presLayoutVars>
      </dgm:prSet>
      <dgm:spPr/>
    </dgm:pt>
    <dgm:pt modelId="{D1305D01-932C-40A1-8B74-D54640961A14}" type="pres">
      <dgm:prSet presAssocID="{A1203CF3-40CD-4BBE-81BA-CB43B4693966}" presName="txSpace" presStyleCnt="0"/>
      <dgm:spPr/>
    </dgm:pt>
    <dgm:pt modelId="{5563734F-961B-4224-A4DE-484A621050C1}" type="pres">
      <dgm:prSet presAssocID="{A1203CF3-40CD-4BBE-81BA-CB43B4693966}" presName="desTx" presStyleLbl="revTx" presStyleIdx="1" presStyleCnt="6">
        <dgm:presLayoutVars/>
      </dgm:prSet>
      <dgm:spPr/>
    </dgm:pt>
    <dgm:pt modelId="{93F8E542-55C0-4E16-AC18-6E85E007D6DF}" type="pres">
      <dgm:prSet presAssocID="{2CDAE675-BB64-4DBE-A0B7-CB21A1C2EEFC}" presName="sibTrans" presStyleCnt="0"/>
      <dgm:spPr/>
    </dgm:pt>
    <dgm:pt modelId="{1837AEED-F360-4DAB-AC39-D6BAD4BED444}" type="pres">
      <dgm:prSet presAssocID="{DD46BD79-CC3F-4D0E-BF08-4623BB7F675E}" presName="compNode" presStyleCnt="0"/>
      <dgm:spPr/>
    </dgm:pt>
    <dgm:pt modelId="{5210BAAE-38AC-4B69-9921-1289261540EF}" type="pres">
      <dgm:prSet presAssocID="{DD46BD79-CC3F-4D0E-BF08-4623BB7F675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5459E444-CA8D-4C0B-9ED0-3D3234F1043C}" type="pres">
      <dgm:prSet presAssocID="{DD46BD79-CC3F-4D0E-BF08-4623BB7F675E}" presName="iconSpace" presStyleCnt="0"/>
      <dgm:spPr/>
    </dgm:pt>
    <dgm:pt modelId="{613BBDF9-0778-4F3A-9DC7-463EC95DAB73}" type="pres">
      <dgm:prSet presAssocID="{DD46BD79-CC3F-4D0E-BF08-4623BB7F675E}" presName="parTx" presStyleLbl="revTx" presStyleIdx="2" presStyleCnt="6">
        <dgm:presLayoutVars>
          <dgm:chMax val="0"/>
          <dgm:chPref val="0"/>
        </dgm:presLayoutVars>
      </dgm:prSet>
      <dgm:spPr/>
    </dgm:pt>
    <dgm:pt modelId="{52E5C644-2B5B-4B5A-A0DC-A081D65C0368}" type="pres">
      <dgm:prSet presAssocID="{DD46BD79-CC3F-4D0E-BF08-4623BB7F675E}" presName="txSpace" presStyleCnt="0"/>
      <dgm:spPr/>
    </dgm:pt>
    <dgm:pt modelId="{0DA1E59D-62C3-4BD3-969E-59CB4FF237DC}" type="pres">
      <dgm:prSet presAssocID="{DD46BD79-CC3F-4D0E-BF08-4623BB7F675E}" presName="desTx" presStyleLbl="revTx" presStyleIdx="3" presStyleCnt="6" custLinFactNeighborX="-141" custLinFactNeighborY="-28319">
        <dgm:presLayoutVars/>
      </dgm:prSet>
      <dgm:spPr/>
    </dgm:pt>
    <dgm:pt modelId="{F1B3C91E-2F97-4DB1-93EF-D42FB62231D0}" type="pres">
      <dgm:prSet presAssocID="{9FCD6D39-D7A5-457E-8952-AA3534BF33A1}" presName="sibTrans" presStyleCnt="0"/>
      <dgm:spPr/>
    </dgm:pt>
    <dgm:pt modelId="{D05BB00A-97C2-4E93-A5F7-099C531B6F50}" type="pres">
      <dgm:prSet presAssocID="{DD3546D1-C3C6-421A-B8A1-AB744A74AF05}" presName="compNode" presStyleCnt="0"/>
      <dgm:spPr/>
    </dgm:pt>
    <dgm:pt modelId="{50122842-1F0B-48F6-B478-3710FB31F225}" type="pres">
      <dgm:prSet presAssocID="{DD3546D1-C3C6-421A-B8A1-AB744A74AF0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17B51AB-77AE-402D-A676-8A6BBF7118B8}" type="pres">
      <dgm:prSet presAssocID="{DD3546D1-C3C6-421A-B8A1-AB744A74AF05}" presName="iconSpace" presStyleCnt="0"/>
      <dgm:spPr/>
    </dgm:pt>
    <dgm:pt modelId="{3C415DE2-28E1-4579-9488-74CD95B88BB1}" type="pres">
      <dgm:prSet presAssocID="{DD3546D1-C3C6-421A-B8A1-AB744A74AF05}" presName="parTx" presStyleLbl="revTx" presStyleIdx="4" presStyleCnt="6">
        <dgm:presLayoutVars>
          <dgm:chMax val="0"/>
          <dgm:chPref val="0"/>
        </dgm:presLayoutVars>
      </dgm:prSet>
      <dgm:spPr/>
    </dgm:pt>
    <dgm:pt modelId="{39047E00-BCC0-4B75-9393-27B1F43B49AE}" type="pres">
      <dgm:prSet presAssocID="{DD3546D1-C3C6-421A-B8A1-AB744A74AF05}" presName="txSpace" presStyleCnt="0"/>
      <dgm:spPr/>
    </dgm:pt>
    <dgm:pt modelId="{BE72CC5B-A722-4714-AD3A-0ABC0E2E1F48}" type="pres">
      <dgm:prSet presAssocID="{DD3546D1-C3C6-421A-B8A1-AB744A74AF05}" presName="desTx" presStyleLbl="revTx" presStyleIdx="5" presStyleCnt="6" custLinFactNeighborX="-31" custLinFactNeighborY="-14159">
        <dgm:presLayoutVars/>
      </dgm:prSet>
      <dgm:spPr/>
    </dgm:pt>
  </dgm:ptLst>
  <dgm:cxnLst>
    <dgm:cxn modelId="{6E9EBD03-737F-4C73-8038-6F5E4C497CC3}" type="presOf" srcId="{00878C42-E5E0-44F9-A45C-A11299011706}" destId="{0DA1E59D-62C3-4BD3-969E-59CB4FF237DC}" srcOrd="0" destOrd="0" presId="urn:microsoft.com/office/officeart/2018/2/layout/IconLabelDescriptionList"/>
    <dgm:cxn modelId="{B1F22548-1D83-4530-A3A7-5B033AB5BF60}" srcId="{DD46BD79-CC3F-4D0E-BF08-4623BB7F675E}" destId="{7F53A517-347F-4B45-A51B-8D455079FEFD}" srcOrd="3" destOrd="0" parTransId="{38FCBC7E-4C88-4B1D-98F6-28CB1503482B}" sibTransId="{2D373E42-1ACF-4190-9B05-F7F1F6143496}"/>
    <dgm:cxn modelId="{D681954C-36F9-4EA8-A6A3-93A1972D0774}" type="presOf" srcId="{28B78E83-6B63-43B7-AAC9-FEEB9BF1DF54}" destId="{0DA1E59D-62C3-4BD3-969E-59CB4FF237DC}" srcOrd="0" destOrd="1" presId="urn:microsoft.com/office/officeart/2018/2/layout/IconLabelDescriptionList"/>
    <dgm:cxn modelId="{1A67D44C-D864-4E3C-9443-9E015D151645}" type="presOf" srcId="{B0ABF907-CFCE-4175-86D5-F4A3F7BE9ADC}" destId="{BE72CC5B-A722-4714-AD3A-0ABC0E2E1F48}" srcOrd="0" destOrd="0" presId="urn:microsoft.com/office/officeart/2018/2/layout/IconLabelDescriptionList"/>
    <dgm:cxn modelId="{0B008B52-7D86-47B4-8D5F-AAD07148A97A}" srcId="{DD46BD79-CC3F-4D0E-BF08-4623BB7F675E}" destId="{8CDAD78A-CAC2-47CD-B42A-24A6FF8CEB86}" srcOrd="2" destOrd="0" parTransId="{AF691830-28F5-4767-8F55-AA36CD18C4DF}" sibTransId="{757E5AAB-8AA1-4E85-AEDB-5E7308F588A5}"/>
    <dgm:cxn modelId="{1280F96A-F899-4970-9AAD-DE8BDC087311}" srcId="{DD3546D1-C3C6-421A-B8A1-AB744A74AF05}" destId="{0764963D-3299-4501-B81A-59DEC718E0FB}" srcOrd="2" destOrd="0" parTransId="{75D9B203-1560-4E48-858A-E28643A00E7B}" sibTransId="{5E580F47-2BA9-4C85-B836-86550518FEAD}"/>
    <dgm:cxn modelId="{EEE6236C-DD27-44F4-A8B9-0F57E6BAF495}" srcId="{EDAAFA8C-19D2-483C-94DA-80F26E356578}" destId="{DD46BD79-CC3F-4D0E-BF08-4623BB7F675E}" srcOrd="1" destOrd="0" parTransId="{A4D9FD0D-04E2-412F-B6DD-77014563F225}" sibTransId="{9FCD6D39-D7A5-457E-8952-AA3534BF33A1}"/>
    <dgm:cxn modelId="{89C67081-6C83-46E8-9941-D25E8C855FFE}" type="presOf" srcId="{8CDAD78A-CAC2-47CD-B42A-24A6FF8CEB86}" destId="{0DA1E59D-62C3-4BD3-969E-59CB4FF237DC}" srcOrd="0" destOrd="2" presId="urn:microsoft.com/office/officeart/2018/2/layout/IconLabelDescriptionList"/>
    <dgm:cxn modelId="{491DCD84-9CC3-4734-A4B1-20F5F6CB92BC}" type="presOf" srcId="{7F53A517-347F-4B45-A51B-8D455079FEFD}" destId="{0DA1E59D-62C3-4BD3-969E-59CB4FF237DC}" srcOrd="0" destOrd="3" presId="urn:microsoft.com/office/officeart/2018/2/layout/IconLabelDescriptionList"/>
    <dgm:cxn modelId="{4114E785-8F93-4A60-B2B3-314EA1EE7046}" srcId="{DD46BD79-CC3F-4D0E-BF08-4623BB7F675E}" destId="{00878C42-E5E0-44F9-A45C-A11299011706}" srcOrd="0" destOrd="0" parTransId="{BBCFCC5A-23BB-4A2D-ABC4-AC8E145FCEE6}" sibTransId="{F9DCC855-9341-4B9B-BB27-DB40BFD66708}"/>
    <dgm:cxn modelId="{00F8098A-3474-46E6-9B6D-E6277273523E}" type="presOf" srcId="{DD46BD79-CC3F-4D0E-BF08-4623BB7F675E}" destId="{613BBDF9-0778-4F3A-9DC7-463EC95DAB73}" srcOrd="0" destOrd="0" presId="urn:microsoft.com/office/officeart/2018/2/layout/IconLabelDescriptionList"/>
    <dgm:cxn modelId="{1E7E418A-DDD1-4743-96CA-13C65AE43D90}" srcId="{DD3546D1-C3C6-421A-B8A1-AB744A74AF05}" destId="{B0ABF907-CFCE-4175-86D5-F4A3F7BE9ADC}" srcOrd="0" destOrd="0" parTransId="{F7026D51-52C1-4BD8-A091-2D5C7BF7AE4D}" sibTransId="{18075297-EBAD-4306-BA6F-94FB80ADE0FC}"/>
    <dgm:cxn modelId="{3655BF92-44E4-4A91-8F2C-E6A89BDA5EB9}" type="presOf" srcId="{621E2ED3-E534-42BE-A89E-ABA4CBD88FDC}" destId="{BE72CC5B-A722-4714-AD3A-0ABC0E2E1F48}" srcOrd="0" destOrd="1" presId="urn:microsoft.com/office/officeart/2018/2/layout/IconLabelDescriptionList"/>
    <dgm:cxn modelId="{DECF0FB5-C395-464E-A631-81B8DD00B5CC}" type="presOf" srcId="{A1203CF3-40CD-4BBE-81BA-CB43B4693966}" destId="{2DBF6CF5-19E4-48C5-A63E-C7B66886B185}" srcOrd="0" destOrd="0" presId="urn:microsoft.com/office/officeart/2018/2/layout/IconLabelDescriptionList"/>
    <dgm:cxn modelId="{AE1000B6-80E3-4336-82E2-9F0B2E9C75F5}" srcId="{EDAAFA8C-19D2-483C-94DA-80F26E356578}" destId="{A1203CF3-40CD-4BBE-81BA-CB43B4693966}" srcOrd="0" destOrd="0" parTransId="{E872C008-2ADC-4D8D-BCB9-D5D101CC5196}" sibTransId="{2CDAE675-BB64-4DBE-A0B7-CB21A1C2EEFC}"/>
    <dgm:cxn modelId="{0FB03CE5-D222-4DDE-940E-BF55F074A1F3}" srcId="{EDAAFA8C-19D2-483C-94DA-80F26E356578}" destId="{DD3546D1-C3C6-421A-B8A1-AB744A74AF05}" srcOrd="2" destOrd="0" parTransId="{484BAD98-9B70-4010-894F-8B6D25580D72}" sibTransId="{C40B8C05-E76A-4BF8-A7D5-E043D41EE67C}"/>
    <dgm:cxn modelId="{2BE7B6EB-D222-4B84-9B9E-CE028163B68B}" type="presOf" srcId="{0764963D-3299-4501-B81A-59DEC718E0FB}" destId="{BE72CC5B-A722-4714-AD3A-0ABC0E2E1F48}" srcOrd="0" destOrd="2" presId="urn:microsoft.com/office/officeart/2018/2/layout/IconLabelDescriptionList"/>
    <dgm:cxn modelId="{B7FC83ED-6754-4403-8CB0-ED12E1490347}" srcId="{DD46BD79-CC3F-4D0E-BF08-4623BB7F675E}" destId="{28B78E83-6B63-43B7-AAC9-FEEB9BF1DF54}" srcOrd="1" destOrd="0" parTransId="{538F4800-BA11-4440-A4E8-17831C9D040D}" sibTransId="{23C4DD65-A350-43F9-B928-520AA5EB27F8}"/>
    <dgm:cxn modelId="{67B823F1-B54A-4BB0-86DD-3D4AC3F1EA1E}" type="presOf" srcId="{DD3546D1-C3C6-421A-B8A1-AB744A74AF05}" destId="{3C415DE2-28E1-4579-9488-74CD95B88BB1}" srcOrd="0" destOrd="0" presId="urn:microsoft.com/office/officeart/2018/2/layout/IconLabelDescriptionList"/>
    <dgm:cxn modelId="{B95162F1-9FB5-488D-B7DE-0DB6E56A77D0}" srcId="{DD3546D1-C3C6-421A-B8A1-AB744A74AF05}" destId="{621E2ED3-E534-42BE-A89E-ABA4CBD88FDC}" srcOrd="1" destOrd="0" parTransId="{94A32190-5A12-4BB0-93EA-9D3B6D9FE270}" sibTransId="{3FDFEF47-DAAA-4AA9-B14D-77CAC445F114}"/>
    <dgm:cxn modelId="{5D9D23F6-3C5C-4FA1-9134-07F4C7AFE3F2}" type="presOf" srcId="{EDAAFA8C-19D2-483C-94DA-80F26E356578}" destId="{3413A6C3-3B24-454F-885F-F89DCA9F29CF}" srcOrd="0" destOrd="0" presId="urn:microsoft.com/office/officeart/2018/2/layout/IconLabelDescriptionList"/>
    <dgm:cxn modelId="{61C742A9-979A-48FA-B3F4-3765026114E3}" type="presParOf" srcId="{3413A6C3-3B24-454F-885F-F89DCA9F29CF}" destId="{936478FC-93E0-4701-A51D-B4309BB0DD19}" srcOrd="0" destOrd="0" presId="urn:microsoft.com/office/officeart/2018/2/layout/IconLabelDescriptionList"/>
    <dgm:cxn modelId="{1B1EDE10-B07E-4E73-8704-A2FCE62E5AE2}" type="presParOf" srcId="{936478FC-93E0-4701-A51D-B4309BB0DD19}" destId="{0C6D7F4E-4FFF-4823-913A-02E6CC8C55FB}" srcOrd="0" destOrd="0" presId="urn:microsoft.com/office/officeart/2018/2/layout/IconLabelDescriptionList"/>
    <dgm:cxn modelId="{EDDED531-6F16-4569-864E-059A6861C234}" type="presParOf" srcId="{936478FC-93E0-4701-A51D-B4309BB0DD19}" destId="{541E45BF-1840-4B5E-BC4D-A1B745BB5830}" srcOrd="1" destOrd="0" presId="urn:microsoft.com/office/officeart/2018/2/layout/IconLabelDescriptionList"/>
    <dgm:cxn modelId="{2A0B13D4-8F05-45AD-89BE-EA739F855CA5}" type="presParOf" srcId="{936478FC-93E0-4701-A51D-B4309BB0DD19}" destId="{2DBF6CF5-19E4-48C5-A63E-C7B66886B185}" srcOrd="2" destOrd="0" presId="urn:microsoft.com/office/officeart/2018/2/layout/IconLabelDescriptionList"/>
    <dgm:cxn modelId="{54EFC8D4-0076-4D6B-A0E5-ADB19A5B9D6E}" type="presParOf" srcId="{936478FC-93E0-4701-A51D-B4309BB0DD19}" destId="{D1305D01-932C-40A1-8B74-D54640961A14}" srcOrd="3" destOrd="0" presId="urn:microsoft.com/office/officeart/2018/2/layout/IconLabelDescriptionList"/>
    <dgm:cxn modelId="{6DCF5BAA-7DED-4AD6-AF76-420D812FC8F9}" type="presParOf" srcId="{936478FC-93E0-4701-A51D-B4309BB0DD19}" destId="{5563734F-961B-4224-A4DE-484A621050C1}" srcOrd="4" destOrd="0" presId="urn:microsoft.com/office/officeart/2018/2/layout/IconLabelDescriptionList"/>
    <dgm:cxn modelId="{A5A51F6F-565D-4BC6-8E36-BA662D3F7717}" type="presParOf" srcId="{3413A6C3-3B24-454F-885F-F89DCA9F29CF}" destId="{93F8E542-55C0-4E16-AC18-6E85E007D6DF}" srcOrd="1" destOrd="0" presId="urn:microsoft.com/office/officeart/2018/2/layout/IconLabelDescriptionList"/>
    <dgm:cxn modelId="{BFDE4E66-815F-4812-91D6-C8BDEB1E23AB}" type="presParOf" srcId="{3413A6C3-3B24-454F-885F-F89DCA9F29CF}" destId="{1837AEED-F360-4DAB-AC39-D6BAD4BED444}" srcOrd="2" destOrd="0" presId="urn:microsoft.com/office/officeart/2018/2/layout/IconLabelDescriptionList"/>
    <dgm:cxn modelId="{B8D7B055-0813-4032-9C94-3875B9069E02}" type="presParOf" srcId="{1837AEED-F360-4DAB-AC39-D6BAD4BED444}" destId="{5210BAAE-38AC-4B69-9921-1289261540EF}" srcOrd="0" destOrd="0" presId="urn:microsoft.com/office/officeart/2018/2/layout/IconLabelDescriptionList"/>
    <dgm:cxn modelId="{084B7FDF-D13A-43EA-B715-5903B19C7326}" type="presParOf" srcId="{1837AEED-F360-4DAB-AC39-D6BAD4BED444}" destId="{5459E444-CA8D-4C0B-9ED0-3D3234F1043C}" srcOrd="1" destOrd="0" presId="urn:microsoft.com/office/officeart/2018/2/layout/IconLabelDescriptionList"/>
    <dgm:cxn modelId="{209DA6C6-5973-4D7B-B2DB-D17FBE1E4F54}" type="presParOf" srcId="{1837AEED-F360-4DAB-AC39-D6BAD4BED444}" destId="{613BBDF9-0778-4F3A-9DC7-463EC95DAB73}" srcOrd="2" destOrd="0" presId="urn:microsoft.com/office/officeart/2018/2/layout/IconLabelDescriptionList"/>
    <dgm:cxn modelId="{211EB791-1B40-41DC-97AC-8EA5D37FEE06}" type="presParOf" srcId="{1837AEED-F360-4DAB-AC39-D6BAD4BED444}" destId="{52E5C644-2B5B-4B5A-A0DC-A081D65C0368}" srcOrd="3" destOrd="0" presId="urn:microsoft.com/office/officeart/2018/2/layout/IconLabelDescriptionList"/>
    <dgm:cxn modelId="{E32A5050-96BA-4813-BD71-ABCB3DB38727}" type="presParOf" srcId="{1837AEED-F360-4DAB-AC39-D6BAD4BED444}" destId="{0DA1E59D-62C3-4BD3-969E-59CB4FF237DC}" srcOrd="4" destOrd="0" presId="urn:microsoft.com/office/officeart/2018/2/layout/IconLabelDescriptionList"/>
    <dgm:cxn modelId="{98876F4D-D922-4A80-8597-C4DD68C75074}" type="presParOf" srcId="{3413A6C3-3B24-454F-885F-F89DCA9F29CF}" destId="{F1B3C91E-2F97-4DB1-93EF-D42FB62231D0}" srcOrd="3" destOrd="0" presId="urn:microsoft.com/office/officeart/2018/2/layout/IconLabelDescriptionList"/>
    <dgm:cxn modelId="{66B132D9-0689-47D3-9F52-6D272532ECF5}" type="presParOf" srcId="{3413A6C3-3B24-454F-885F-F89DCA9F29CF}" destId="{D05BB00A-97C2-4E93-A5F7-099C531B6F50}" srcOrd="4" destOrd="0" presId="urn:microsoft.com/office/officeart/2018/2/layout/IconLabelDescriptionList"/>
    <dgm:cxn modelId="{CCDA5238-7A1B-4602-8773-21AC15355684}" type="presParOf" srcId="{D05BB00A-97C2-4E93-A5F7-099C531B6F50}" destId="{50122842-1F0B-48F6-B478-3710FB31F225}" srcOrd="0" destOrd="0" presId="urn:microsoft.com/office/officeart/2018/2/layout/IconLabelDescriptionList"/>
    <dgm:cxn modelId="{D606C583-CC0D-458E-89DB-D79E17E71656}" type="presParOf" srcId="{D05BB00A-97C2-4E93-A5F7-099C531B6F50}" destId="{217B51AB-77AE-402D-A676-8A6BBF7118B8}" srcOrd="1" destOrd="0" presId="urn:microsoft.com/office/officeart/2018/2/layout/IconLabelDescriptionList"/>
    <dgm:cxn modelId="{63598D44-CE4C-47C4-8C68-3F3386380F58}" type="presParOf" srcId="{D05BB00A-97C2-4E93-A5F7-099C531B6F50}" destId="{3C415DE2-28E1-4579-9488-74CD95B88BB1}" srcOrd="2" destOrd="0" presId="urn:microsoft.com/office/officeart/2018/2/layout/IconLabelDescriptionList"/>
    <dgm:cxn modelId="{69E1876B-502E-4084-A0AE-028D7374003B}" type="presParOf" srcId="{D05BB00A-97C2-4E93-A5F7-099C531B6F50}" destId="{39047E00-BCC0-4B75-9393-27B1F43B49AE}" srcOrd="3" destOrd="0" presId="urn:microsoft.com/office/officeart/2018/2/layout/IconLabelDescriptionList"/>
    <dgm:cxn modelId="{33DED4D0-E10A-4309-A092-3726A2255E68}" type="presParOf" srcId="{D05BB00A-97C2-4E93-A5F7-099C531B6F50}" destId="{BE72CC5B-A722-4714-AD3A-0ABC0E2E1F4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0552CF-8FAC-46C1-BA89-82B637D618E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116969-C897-4527-9CE6-DE12610FF0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Explainability is handled by a package known Shapley Additive exPlainations (SHAP)</a:t>
          </a:r>
        </a:p>
      </dgm:t>
    </dgm:pt>
    <dgm:pt modelId="{F07A42BC-C80C-4830-B1EB-7F26DBD2BEAC}" type="parTrans" cxnId="{54D11227-9761-45CF-AAF1-1533D44FCCA0}">
      <dgm:prSet/>
      <dgm:spPr/>
      <dgm:t>
        <a:bodyPr/>
        <a:lstStyle/>
        <a:p>
          <a:endParaRPr lang="en-US"/>
        </a:p>
      </dgm:t>
    </dgm:pt>
    <dgm:pt modelId="{F7CCD275-8FE0-400F-83BA-D8519E4C0552}" type="sibTrans" cxnId="{54D11227-9761-45CF-AAF1-1533D44FCCA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0377511-FBE8-499D-991B-BD18953310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decisions are explained using six standardized reason codes.</a:t>
          </a:r>
          <a:br>
            <a:rPr lang="en-US"/>
          </a:br>
          <a:r>
            <a:rPr lang="en-US"/>
            <a:t>Each reason code aggregates multiple low-level model features into a single business concept.</a:t>
          </a:r>
        </a:p>
      </dgm:t>
    </dgm:pt>
    <dgm:pt modelId="{F6B4C05D-A6B5-49FB-86DE-2082C1DE06BC}" type="parTrans" cxnId="{BE0D3BF8-17B0-4785-92E6-4CD95E9BC1A7}">
      <dgm:prSet/>
      <dgm:spPr/>
      <dgm:t>
        <a:bodyPr/>
        <a:lstStyle/>
        <a:p>
          <a:endParaRPr lang="en-US"/>
        </a:p>
      </dgm:t>
    </dgm:pt>
    <dgm:pt modelId="{A7BC0C24-CBA6-43AF-923F-EFFCDADBBF7B}" type="sibTrans" cxnId="{BE0D3BF8-17B0-4785-92E6-4CD95E9BC1A7}">
      <dgm:prSet/>
      <dgm:spPr/>
      <dgm:t>
        <a:bodyPr/>
        <a:lstStyle/>
        <a:p>
          <a:endParaRPr lang="en-US"/>
        </a:p>
      </dgm:t>
    </dgm:pt>
    <dgm:pt modelId="{1919D26B-88A8-46CE-91C0-1307E106AB3C}" type="pres">
      <dgm:prSet presAssocID="{170552CF-8FAC-46C1-BA89-82B637D618E7}" presName="root" presStyleCnt="0">
        <dgm:presLayoutVars>
          <dgm:dir/>
          <dgm:resizeHandles val="exact"/>
        </dgm:presLayoutVars>
      </dgm:prSet>
      <dgm:spPr/>
    </dgm:pt>
    <dgm:pt modelId="{B81A51EC-7242-48F5-B093-FB11C94C150F}" type="pres">
      <dgm:prSet presAssocID="{170552CF-8FAC-46C1-BA89-82B637D618E7}" presName="container" presStyleCnt="0">
        <dgm:presLayoutVars>
          <dgm:dir/>
          <dgm:resizeHandles val="exact"/>
        </dgm:presLayoutVars>
      </dgm:prSet>
      <dgm:spPr/>
    </dgm:pt>
    <dgm:pt modelId="{BBCCD84F-2EBE-4F09-B10B-E242FAD8EAFE}" type="pres">
      <dgm:prSet presAssocID="{9D116969-C897-4527-9CE6-DE12610FF0BA}" presName="compNode" presStyleCnt="0"/>
      <dgm:spPr/>
    </dgm:pt>
    <dgm:pt modelId="{D18D5DB9-5550-4580-9F97-601BF687F9E2}" type="pres">
      <dgm:prSet presAssocID="{9D116969-C897-4527-9CE6-DE12610FF0BA}" presName="iconBgRect" presStyleLbl="bgShp" presStyleIdx="0" presStyleCnt="2"/>
      <dgm:spPr/>
    </dgm:pt>
    <dgm:pt modelId="{06B48941-7C3E-49E1-A71C-2813AB5D9E14}" type="pres">
      <dgm:prSet presAssocID="{9D116969-C897-4527-9CE6-DE12610FF0B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5F56CE24-E239-445F-B56A-8873CAA90F9D}" type="pres">
      <dgm:prSet presAssocID="{9D116969-C897-4527-9CE6-DE12610FF0BA}" presName="spaceRect" presStyleCnt="0"/>
      <dgm:spPr/>
    </dgm:pt>
    <dgm:pt modelId="{9E5043F6-2324-41D9-941C-FC3C5DA9E897}" type="pres">
      <dgm:prSet presAssocID="{9D116969-C897-4527-9CE6-DE12610FF0BA}" presName="textRect" presStyleLbl="revTx" presStyleIdx="0" presStyleCnt="2">
        <dgm:presLayoutVars>
          <dgm:chMax val="1"/>
          <dgm:chPref val="1"/>
        </dgm:presLayoutVars>
      </dgm:prSet>
      <dgm:spPr/>
    </dgm:pt>
    <dgm:pt modelId="{C114D337-E805-4E35-B4C9-19F2BCDF06E1}" type="pres">
      <dgm:prSet presAssocID="{F7CCD275-8FE0-400F-83BA-D8519E4C0552}" presName="sibTrans" presStyleLbl="sibTrans2D1" presStyleIdx="0" presStyleCnt="0"/>
      <dgm:spPr/>
    </dgm:pt>
    <dgm:pt modelId="{D7FFDC4E-7842-4ED8-8D49-D9F677E1137A}" type="pres">
      <dgm:prSet presAssocID="{50377511-FBE8-499D-991B-BD1895331031}" presName="compNode" presStyleCnt="0"/>
      <dgm:spPr/>
    </dgm:pt>
    <dgm:pt modelId="{61D4A40A-13A2-4A2D-B527-A3F4F07339C1}" type="pres">
      <dgm:prSet presAssocID="{50377511-FBE8-499D-991B-BD1895331031}" presName="iconBgRect" presStyleLbl="bgShp" presStyleIdx="1" presStyleCnt="2"/>
      <dgm:spPr/>
    </dgm:pt>
    <dgm:pt modelId="{9186A3E3-67EB-422E-A9CD-4F63DB8C4FF0}" type="pres">
      <dgm:prSet presAssocID="{50377511-FBE8-499D-991B-BD189533103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9C5B5C1-6A11-4B22-B493-22048A37F769}" type="pres">
      <dgm:prSet presAssocID="{50377511-FBE8-499D-991B-BD1895331031}" presName="spaceRect" presStyleCnt="0"/>
      <dgm:spPr/>
    </dgm:pt>
    <dgm:pt modelId="{B95190DA-31DF-4736-A363-A54C71CBDA91}" type="pres">
      <dgm:prSet presAssocID="{50377511-FBE8-499D-991B-BD189533103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4D11227-9761-45CF-AAF1-1533D44FCCA0}" srcId="{170552CF-8FAC-46C1-BA89-82B637D618E7}" destId="{9D116969-C897-4527-9CE6-DE12610FF0BA}" srcOrd="0" destOrd="0" parTransId="{F07A42BC-C80C-4830-B1EB-7F26DBD2BEAC}" sibTransId="{F7CCD275-8FE0-400F-83BA-D8519E4C0552}"/>
    <dgm:cxn modelId="{F151FC2D-77FD-4D6C-A3C4-9014DA09C52D}" type="presOf" srcId="{9D116969-C897-4527-9CE6-DE12610FF0BA}" destId="{9E5043F6-2324-41D9-941C-FC3C5DA9E897}" srcOrd="0" destOrd="0" presId="urn:microsoft.com/office/officeart/2018/2/layout/IconCircleList"/>
    <dgm:cxn modelId="{56A14D66-3969-4D73-B7D6-809706A5BBF1}" type="presOf" srcId="{F7CCD275-8FE0-400F-83BA-D8519E4C0552}" destId="{C114D337-E805-4E35-B4C9-19F2BCDF06E1}" srcOrd="0" destOrd="0" presId="urn:microsoft.com/office/officeart/2018/2/layout/IconCircleList"/>
    <dgm:cxn modelId="{FB61E48B-EAB7-4D7C-B235-03B760C63FE1}" type="presOf" srcId="{170552CF-8FAC-46C1-BA89-82B637D618E7}" destId="{1919D26B-88A8-46CE-91C0-1307E106AB3C}" srcOrd="0" destOrd="0" presId="urn:microsoft.com/office/officeart/2018/2/layout/IconCircleList"/>
    <dgm:cxn modelId="{B722B9C6-ED0B-4FE7-91F6-11E9C51DCC9A}" type="presOf" srcId="{50377511-FBE8-499D-991B-BD1895331031}" destId="{B95190DA-31DF-4736-A363-A54C71CBDA91}" srcOrd="0" destOrd="0" presId="urn:microsoft.com/office/officeart/2018/2/layout/IconCircleList"/>
    <dgm:cxn modelId="{BE0D3BF8-17B0-4785-92E6-4CD95E9BC1A7}" srcId="{170552CF-8FAC-46C1-BA89-82B637D618E7}" destId="{50377511-FBE8-499D-991B-BD1895331031}" srcOrd="1" destOrd="0" parTransId="{F6B4C05D-A6B5-49FB-86DE-2082C1DE06BC}" sibTransId="{A7BC0C24-CBA6-43AF-923F-EFFCDADBBF7B}"/>
    <dgm:cxn modelId="{6DEBAFB8-6A45-4E50-94FB-E627E2488FB4}" type="presParOf" srcId="{1919D26B-88A8-46CE-91C0-1307E106AB3C}" destId="{B81A51EC-7242-48F5-B093-FB11C94C150F}" srcOrd="0" destOrd="0" presId="urn:microsoft.com/office/officeart/2018/2/layout/IconCircleList"/>
    <dgm:cxn modelId="{AE4615B0-A4EA-46CF-A723-509A4273BBBC}" type="presParOf" srcId="{B81A51EC-7242-48F5-B093-FB11C94C150F}" destId="{BBCCD84F-2EBE-4F09-B10B-E242FAD8EAFE}" srcOrd="0" destOrd="0" presId="urn:microsoft.com/office/officeart/2018/2/layout/IconCircleList"/>
    <dgm:cxn modelId="{288C158D-F6CF-45BA-B1B1-CF9FC4541CCD}" type="presParOf" srcId="{BBCCD84F-2EBE-4F09-B10B-E242FAD8EAFE}" destId="{D18D5DB9-5550-4580-9F97-601BF687F9E2}" srcOrd="0" destOrd="0" presId="urn:microsoft.com/office/officeart/2018/2/layout/IconCircleList"/>
    <dgm:cxn modelId="{E1621A52-95AA-47FC-B872-83A2DA79ADFE}" type="presParOf" srcId="{BBCCD84F-2EBE-4F09-B10B-E242FAD8EAFE}" destId="{06B48941-7C3E-49E1-A71C-2813AB5D9E14}" srcOrd="1" destOrd="0" presId="urn:microsoft.com/office/officeart/2018/2/layout/IconCircleList"/>
    <dgm:cxn modelId="{A8A6D38C-5891-42E7-8755-4719AB7CEEAD}" type="presParOf" srcId="{BBCCD84F-2EBE-4F09-B10B-E242FAD8EAFE}" destId="{5F56CE24-E239-445F-B56A-8873CAA90F9D}" srcOrd="2" destOrd="0" presId="urn:microsoft.com/office/officeart/2018/2/layout/IconCircleList"/>
    <dgm:cxn modelId="{37E086D8-D0AC-4EE6-8E4A-6CA2A2E6DB99}" type="presParOf" srcId="{BBCCD84F-2EBE-4F09-B10B-E242FAD8EAFE}" destId="{9E5043F6-2324-41D9-941C-FC3C5DA9E897}" srcOrd="3" destOrd="0" presId="urn:microsoft.com/office/officeart/2018/2/layout/IconCircleList"/>
    <dgm:cxn modelId="{6F66BE4C-F1FF-47A3-BC10-B29A12AA2891}" type="presParOf" srcId="{B81A51EC-7242-48F5-B093-FB11C94C150F}" destId="{C114D337-E805-4E35-B4C9-19F2BCDF06E1}" srcOrd="1" destOrd="0" presId="urn:microsoft.com/office/officeart/2018/2/layout/IconCircleList"/>
    <dgm:cxn modelId="{19280141-93DA-42C6-82A7-3B06E25F5CBA}" type="presParOf" srcId="{B81A51EC-7242-48F5-B093-FB11C94C150F}" destId="{D7FFDC4E-7842-4ED8-8D49-D9F677E1137A}" srcOrd="2" destOrd="0" presId="urn:microsoft.com/office/officeart/2018/2/layout/IconCircleList"/>
    <dgm:cxn modelId="{4D147250-AABC-4790-B9E7-3E2EEC690D46}" type="presParOf" srcId="{D7FFDC4E-7842-4ED8-8D49-D9F677E1137A}" destId="{61D4A40A-13A2-4A2D-B527-A3F4F07339C1}" srcOrd="0" destOrd="0" presId="urn:microsoft.com/office/officeart/2018/2/layout/IconCircleList"/>
    <dgm:cxn modelId="{6F87F3F2-1F23-4031-8AD4-5F18C4FC4419}" type="presParOf" srcId="{D7FFDC4E-7842-4ED8-8D49-D9F677E1137A}" destId="{9186A3E3-67EB-422E-A9CD-4F63DB8C4FF0}" srcOrd="1" destOrd="0" presId="urn:microsoft.com/office/officeart/2018/2/layout/IconCircleList"/>
    <dgm:cxn modelId="{A9BE26EB-ACF7-4606-AF50-3586A7F7AD7D}" type="presParOf" srcId="{D7FFDC4E-7842-4ED8-8D49-D9F677E1137A}" destId="{B9C5B5C1-6A11-4B22-B493-22048A37F769}" srcOrd="2" destOrd="0" presId="urn:microsoft.com/office/officeart/2018/2/layout/IconCircleList"/>
    <dgm:cxn modelId="{9F679731-0118-435C-B93A-FFA41EF269A3}" type="presParOf" srcId="{D7FFDC4E-7842-4ED8-8D49-D9F677E1137A}" destId="{B95190DA-31DF-4736-A363-A54C71CBDA9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D4E6DB-4DB3-4043-B846-A04570402C5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DE25DB-2D26-4173-822D-FACA044500BE}">
      <dgm:prSet/>
      <dgm:spPr/>
      <dgm:t>
        <a:bodyPr/>
        <a:lstStyle/>
        <a:p>
          <a:r>
            <a:rPr lang="en-US"/>
            <a:t>RC01 – Destination Currency / Corridor Risk</a:t>
          </a:r>
        </a:p>
      </dgm:t>
    </dgm:pt>
    <dgm:pt modelId="{D70BAC08-DB4C-4DD1-8DCC-D5811AE0F742}" type="parTrans" cxnId="{BEB7A46F-75CA-46A2-BD9D-D3A1C838B556}">
      <dgm:prSet/>
      <dgm:spPr/>
      <dgm:t>
        <a:bodyPr/>
        <a:lstStyle/>
        <a:p>
          <a:endParaRPr lang="en-US"/>
        </a:p>
      </dgm:t>
    </dgm:pt>
    <dgm:pt modelId="{FCBE445F-53AF-44B9-AE9C-3B55BB9385C1}" type="sibTrans" cxnId="{BEB7A46F-75CA-46A2-BD9D-D3A1C838B556}">
      <dgm:prSet/>
      <dgm:spPr/>
      <dgm:t>
        <a:bodyPr/>
        <a:lstStyle/>
        <a:p>
          <a:endParaRPr lang="en-US"/>
        </a:p>
      </dgm:t>
    </dgm:pt>
    <dgm:pt modelId="{4ABAF37D-046B-4864-BD32-B0A0CB701127}">
      <dgm:prSet/>
      <dgm:spPr/>
      <dgm:t>
        <a:bodyPr/>
        <a:lstStyle/>
        <a:p>
          <a:r>
            <a:rPr lang="en-US"/>
            <a:t>Captures risk associated with the destination of funds and cross-border corridors</a:t>
          </a:r>
        </a:p>
      </dgm:t>
    </dgm:pt>
    <dgm:pt modelId="{4D4A540F-F18B-43ED-8837-7A25443C8F75}" type="parTrans" cxnId="{26FB10FA-86A7-49E9-A1B5-4106E15A6B0D}">
      <dgm:prSet/>
      <dgm:spPr/>
      <dgm:t>
        <a:bodyPr/>
        <a:lstStyle/>
        <a:p>
          <a:endParaRPr lang="en-US"/>
        </a:p>
      </dgm:t>
    </dgm:pt>
    <dgm:pt modelId="{89B03896-F946-4E81-A2F5-1E2EA43140E3}" type="sibTrans" cxnId="{26FB10FA-86A7-49E9-A1B5-4106E15A6B0D}">
      <dgm:prSet/>
      <dgm:spPr/>
      <dgm:t>
        <a:bodyPr/>
        <a:lstStyle/>
        <a:p>
          <a:endParaRPr lang="en-US"/>
        </a:p>
      </dgm:t>
    </dgm:pt>
    <dgm:pt modelId="{9EF657F2-FD16-4D17-9881-1E2B76A3B95D}">
      <dgm:prSet/>
      <dgm:spPr/>
      <dgm:t>
        <a:bodyPr/>
        <a:lstStyle/>
        <a:p>
          <a:r>
            <a:rPr lang="en-US"/>
            <a:t>Contributing Features include destination currency, corridor risk</a:t>
          </a:r>
        </a:p>
      </dgm:t>
    </dgm:pt>
    <dgm:pt modelId="{A497BA17-44AF-498C-A9D0-E1B3CFE04C3A}" type="parTrans" cxnId="{FF71FD27-A8B8-48D6-9A44-F0078FB46104}">
      <dgm:prSet/>
      <dgm:spPr/>
      <dgm:t>
        <a:bodyPr/>
        <a:lstStyle/>
        <a:p>
          <a:endParaRPr lang="en-US"/>
        </a:p>
      </dgm:t>
    </dgm:pt>
    <dgm:pt modelId="{6CD82484-3516-44C2-BF04-8CEFE282E13A}" type="sibTrans" cxnId="{FF71FD27-A8B8-48D6-9A44-F0078FB46104}">
      <dgm:prSet/>
      <dgm:spPr/>
      <dgm:t>
        <a:bodyPr/>
        <a:lstStyle/>
        <a:p>
          <a:endParaRPr lang="en-US"/>
        </a:p>
      </dgm:t>
    </dgm:pt>
    <dgm:pt modelId="{987DD792-7BC2-4315-BAD0-906B5E051F6C}">
      <dgm:prSet/>
      <dgm:spPr/>
      <dgm:t>
        <a:bodyPr/>
        <a:lstStyle/>
        <a:p>
          <a:r>
            <a:rPr lang="en-US"/>
            <a:t>RC02 – Source Currency Risk</a:t>
          </a:r>
        </a:p>
      </dgm:t>
    </dgm:pt>
    <dgm:pt modelId="{772BB7C8-C56F-4182-96A4-A49DDF8CF7B2}" type="parTrans" cxnId="{2518D7DA-D726-4A9E-86F3-0E5AFDFDDACA}">
      <dgm:prSet/>
      <dgm:spPr/>
      <dgm:t>
        <a:bodyPr/>
        <a:lstStyle/>
        <a:p>
          <a:endParaRPr lang="en-US"/>
        </a:p>
      </dgm:t>
    </dgm:pt>
    <dgm:pt modelId="{702E1C9C-AFB2-4B9D-9F8E-FA7E71CCD41D}" type="sibTrans" cxnId="{2518D7DA-D726-4A9E-86F3-0E5AFDFDDACA}">
      <dgm:prSet/>
      <dgm:spPr/>
      <dgm:t>
        <a:bodyPr/>
        <a:lstStyle/>
        <a:p>
          <a:endParaRPr lang="en-US"/>
        </a:p>
      </dgm:t>
    </dgm:pt>
    <dgm:pt modelId="{534A246F-AB50-49C7-9E9D-03FA2A79D833}">
      <dgm:prSet/>
      <dgm:spPr/>
      <dgm:t>
        <a:bodyPr/>
        <a:lstStyle/>
        <a:p>
          <a:r>
            <a:rPr lang="en-US"/>
            <a:t>Captures risk related to the currency from which funds originate</a:t>
          </a:r>
        </a:p>
      </dgm:t>
    </dgm:pt>
    <dgm:pt modelId="{9FE44479-F8BD-4A01-8579-AED705588B89}" type="parTrans" cxnId="{F0C0DD75-2863-4046-BEDB-73D98833E42B}">
      <dgm:prSet/>
      <dgm:spPr/>
      <dgm:t>
        <a:bodyPr/>
        <a:lstStyle/>
        <a:p>
          <a:endParaRPr lang="en-US"/>
        </a:p>
      </dgm:t>
    </dgm:pt>
    <dgm:pt modelId="{8DA66517-690A-42F3-9654-605E7AAF3276}" type="sibTrans" cxnId="{F0C0DD75-2863-4046-BEDB-73D98833E42B}">
      <dgm:prSet/>
      <dgm:spPr/>
      <dgm:t>
        <a:bodyPr/>
        <a:lstStyle/>
        <a:p>
          <a:endParaRPr lang="en-US"/>
        </a:p>
      </dgm:t>
    </dgm:pt>
    <dgm:pt modelId="{4DC1140D-35C3-4C39-A9C4-9DE06E0046E3}">
      <dgm:prSet/>
      <dgm:spPr/>
      <dgm:t>
        <a:bodyPr/>
        <a:lstStyle/>
        <a:p>
          <a:r>
            <a:rPr lang="en-US"/>
            <a:t>Contributing Features include the source currency</a:t>
          </a:r>
        </a:p>
      </dgm:t>
    </dgm:pt>
    <dgm:pt modelId="{4F2C9D17-3E9D-49DD-8779-15FCC97DD92F}" type="parTrans" cxnId="{7EAE7236-5861-47ED-B3F0-3D9553826AAC}">
      <dgm:prSet/>
      <dgm:spPr/>
      <dgm:t>
        <a:bodyPr/>
        <a:lstStyle/>
        <a:p>
          <a:endParaRPr lang="en-US"/>
        </a:p>
      </dgm:t>
    </dgm:pt>
    <dgm:pt modelId="{56927E90-F574-491B-B970-5414E52AB9F5}" type="sibTrans" cxnId="{7EAE7236-5861-47ED-B3F0-3D9553826AAC}">
      <dgm:prSet/>
      <dgm:spPr/>
      <dgm:t>
        <a:bodyPr/>
        <a:lstStyle/>
        <a:p>
          <a:endParaRPr lang="en-US"/>
        </a:p>
      </dgm:t>
    </dgm:pt>
    <dgm:pt modelId="{CBB4ED0D-7A7E-4551-98E9-82FDC1A0ACF8}">
      <dgm:prSet/>
      <dgm:spPr/>
      <dgm:t>
        <a:bodyPr/>
        <a:lstStyle/>
        <a:p>
          <a:r>
            <a:rPr lang="en-US"/>
            <a:t>RC03 – Home Country Risk Profile</a:t>
          </a:r>
        </a:p>
      </dgm:t>
    </dgm:pt>
    <dgm:pt modelId="{9DB047F3-1749-4D82-BA7B-A5DC9FA8FCCC}" type="parTrans" cxnId="{47F6F2CB-BD96-4EA1-BF92-FD4E25C6B0C6}">
      <dgm:prSet/>
      <dgm:spPr/>
      <dgm:t>
        <a:bodyPr/>
        <a:lstStyle/>
        <a:p>
          <a:endParaRPr lang="en-US"/>
        </a:p>
      </dgm:t>
    </dgm:pt>
    <dgm:pt modelId="{396905FF-5E48-4503-942A-FD539C15618A}" type="sibTrans" cxnId="{47F6F2CB-BD96-4EA1-BF92-FD4E25C6B0C6}">
      <dgm:prSet/>
      <dgm:spPr/>
      <dgm:t>
        <a:bodyPr/>
        <a:lstStyle/>
        <a:p>
          <a:endParaRPr lang="en-US"/>
        </a:p>
      </dgm:t>
    </dgm:pt>
    <dgm:pt modelId="{79B8A2D7-D1FB-4E72-9F42-B2D89D18225A}">
      <dgm:prSet/>
      <dgm:spPr/>
      <dgm:t>
        <a:bodyPr/>
        <a:lstStyle/>
        <a:p>
          <a:r>
            <a:rPr lang="en-US"/>
            <a:t>Captures jurisdictional risk tied to the account’s registered country</a:t>
          </a:r>
        </a:p>
      </dgm:t>
    </dgm:pt>
    <dgm:pt modelId="{AB74BE27-0CC5-4BF5-B121-B18054A45198}" type="parTrans" cxnId="{5953653C-98E6-4271-9242-7E9C27D5EFB1}">
      <dgm:prSet/>
      <dgm:spPr/>
      <dgm:t>
        <a:bodyPr/>
        <a:lstStyle/>
        <a:p>
          <a:endParaRPr lang="en-US"/>
        </a:p>
      </dgm:t>
    </dgm:pt>
    <dgm:pt modelId="{DA12633A-A02D-441F-A476-143D27C4C05B}" type="sibTrans" cxnId="{5953653C-98E6-4271-9242-7E9C27D5EFB1}">
      <dgm:prSet/>
      <dgm:spPr/>
      <dgm:t>
        <a:bodyPr/>
        <a:lstStyle/>
        <a:p>
          <a:endParaRPr lang="en-US"/>
        </a:p>
      </dgm:t>
    </dgm:pt>
    <dgm:pt modelId="{725E24AA-AB5F-4D82-92F6-8A96A3BD9686}">
      <dgm:prSet/>
      <dgm:spPr/>
      <dgm:t>
        <a:bodyPr/>
        <a:lstStyle/>
        <a:p>
          <a:r>
            <a:rPr lang="en-US"/>
            <a:t>Contributing Features include home_country</a:t>
          </a:r>
        </a:p>
      </dgm:t>
    </dgm:pt>
    <dgm:pt modelId="{504354D4-7B8D-49AA-BAB8-D9C2764B32A7}" type="parTrans" cxnId="{5BEF44E3-D8C5-4AEC-9A6B-9E541388F549}">
      <dgm:prSet/>
      <dgm:spPr/>
      <dgm:t>
        <a:bodyPr/>
        <a:lstStyle/>
        <a:p>
          <a:endParaRPr lang="en-US"/>
        </a:p>
      </dgm:t>
    </dgm:pt>
    <dgm:pt modelId="{BDA12411-3663-4339-8D5D-DAF63DF5530A}" type="sibTrans" cxnId="{5BEF44E3-D8C5-4AEC-9A6B-9E541388F549}">
      <dgm:prSet/>
      <dgm:spPr/>
      <dgm:t>
        <a:bodyPr/>
        <a:lstStyle/>
        <a:p>
          <a:endParaRPr lang="en-US"/>
        </a:p>
      </dgm:t>
    </dgm:pt>
    <dgm:pt modelId="{167E29CA-7873-5D4E-A03F-6C7DBBCDAE21}" type="pres">
      <dgm:prSet presAssocID="{99D4E6DB-4DB3-4043-B846-A04570402C50}" presName="linear" presStyleCnt="0">
        <dgm:presLayoutVars>
          <dgm:dir/>
          <dgm:animLvl val="lvl"/>
          <dgm:resizeHandles val="exact"/>
        </dgm:presLayoutVars>
      </dgm:prSet>
      <dgm:spPr/>
    </dgm:pt>
    <dgm:pt modelId="{AC183C0A-B0AF-8E46-A57C-3735BE2401B3}" type="pres">
      <dgm:prSet presAssocID="{46DE25DB-2D26-4173-822D-FACA044500BE}" presName="parentLin" presStyleCnt="0"/>
      <dgm:spPr/>
    </dgm:pt>
    <dgm:pt modelId="{54D226A4-2234-424B-B92A-7025AB9268B5}" type="pres">
      <dgm:prSet presAssocID="{46DE25DB-2D26-4173-822D-FACA044500BE}" presName="parentLeftMargin" presStyleLbl="node1" presStyleIdx="0" presStyleCnt="3"/>
      <dgm:spPr/>
    </dgm:pt>
    <dgm:pt modelId="{305EDFFD-74AF-9D49-A113-A714384F6FCF}" type="pres">
      <dgm:prSet presAssocID="{46DE25DB-2D26-4173-822D-FACA044500B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C81E1E-93ED-B548-B1E6-47937C677DD9}" type="pres">
      <dgm:prSet presAssocID="{46DE25DB-2D26-4173-822D-FACA044500BE}" presName="negativeSpace" presStyleCnt="0"/>
      <dgm:spPr/>
    </dgm:pt>
    <dgm:pt modelId="{99B4A286-0E28-D24A-9D41-C29D4968FB71}" type="pres">
      <dgm:prSet presAssocID="{46DE25DB-2D26-4173-822D-FACA044500BE}" presName="childText" presStyleLbl="conFgAcc1" presStyleIdx="0" presStyleCnt="3">
        <dgm:presLayoutVars>
          <dgm:bulletEnabled val="1"/>
        </dgm:presLayoutVars>
      </dgm:prSet>
      <dgm:spPr/>
    </dgm:pt>
    <dgm:pt modelId="{1E36E6F1-58F1-5F43-BDA7-BB6D4508DE40}" type="pres">
      <dgm:prSet presAssocID="{FCBE445F-53AF-44B9-AE9C-3B55BB9385C1}" presName="spaceBetweenRectangles" presStyleCnt="0"/>
      <dgm:spPr/>
    </dgm:pt>
    <dgm:pt modelId="{420E19A0-85B4-234C-8214-73BFC80FE114}" type="pres">
      <dgm:prSet presAssocID="{987DD792-7BC2-4315-BAD0-906B5E051F6C}" presName="parentLin" presStyleCnt="0"/>
      <dgm:spPr/>
    </dgm:pt>
    <dgm:pt modelId="{52EB326F-3B24-0F41-B4B8-2AFE27D12069}" type="pres">
      <dgm:prSet presAssocID="{987DD792-7BC2-4315-BAD0-906B5E051F6C}" presName="parentLeftMargin" presStyleLbl="node1" presStyleIdx="0" presStyleCnt="3"/>
      <dgm:spPr/>
    </dgm:pt>
    <dgm:pt modelId="{93514601-5B5F-784B-877B-053E140250EF}" type="pres">
      <dgm:prSet presAssocID="{987DD792-7BC2-4315-BAD0-906B5E051F6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EBA074C-95F7-544A-AAD7-4B3AFD56A044}" type="pres">
      <dgm:prSet presAssocID="{987DD792-7BC2-4315-BAD0-906B5E051F6C}" presName="negativeSpace" presStyleCnt="0"/>
      <dgm:spPr/>
    </dgm:pt>
    <dgm:pt modelId="{82F84EE2-2075-4E4C-9B5F-88AC7AF66441}" type="pres">
      <dgm:prSet presAssocID="{987DD792-7BC2-4315-BAD0-906B5E051F6C}" presName="childText" presStyleLbl="conFgAcc1" presStyleIdx="1" presStyleCnt="3">
        <dgm:presLayoutVars>
          <dgm:bulletEnabled val="1"/>
        </dgm:presLayoutVars>
      </dgm:prSet>
      <dgm:spPr/>
    </dgm:pt>
    <dgm:pt modelId="{7A243FCE-3A2A-EE4A-AC1F-F97735B3A81F}" type="pres">
      <dgm:prSet presAssocID="{702E1C9C-AFB2-4B9D-9F8E-FA7E71CCD41D}" presName="spaceBetweenRectangles" presStyleCnt="0"/>
      <dgm:spPr/>
    </dgm:pt>
    <dgm:pt modelId="{F6A29EBA-6AD3-3647-AABA-DCF145946721}" type="pres">
      <dgm:prSet presAssocID="{CBB4ED0D-7A7E-4551-98E9-82FDC1A0ACF8}" presName="parentLin" presStyleCnt="0"/>
      <dgm:spPr/>
    </dgm:pt>
    <dgm:pt modelId="{B9959918-EDF9-3F45-8F54-05CAFE29B3B0}" type="pres">
      <dgm:prSet presAssocID="{CBB4ED0D-7A7E-4551-98E9-82FDC1A0ACF8}" presName="parentLeftMargin" presStyleLbl="node1" presStyleIdx="1" presStyleCnt="3"/>
      <dgm:spPr/>
    </dgm:pt>
    <dgm:pt modelId="{18725F3B-91A1-4F4F-AD15-594DF2FA4C3E}" type="pres">
      <dgm:prSet presAssocID="{CBB4ED0D-7A7E-4551-98E9-82FDC1A0ACF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50D660C-0CA0-0945-B611-994A4DD8DB30}" type="pres">
      <dgm:prSet presAssocID="{CBB4ED0D-7A7E-4551-98E9-82FDC1A0ACF8}" presName="negativeSpace" presStyleCnt="0"/>
      <dgm:spPr/>
    </dgm:pt>
    <dgm:pt modelId="{F42519EC-C6B0-3D41-9EF5-E5672703D97C}" type="pres">
      <dgm:prSet presAssocID="{CBB4ED0D-7A7E-4551-98E9-82FDC1A0ACF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DF7DF01-26F0-B14C-8D8F-6594198C22E8}" type="presOf" srcId="{987DD792-7BC2-4315-BAD0-906B5E051F6C}" destId="{52EB326F-3B24-0F41-B4B8-2AFE27D12069}" srcOrd="0" destOrd="0" presId="urn:microsoft.com/office/officeart/2005/8/layout/list1"/>
    <dgm:cxn modelId="{307FE104-CF33-524B-A3F4-8B42CC24E601}" type="presOf" srcId="{79B8A2D7-D1FB-4E72-9F42-B2D89D18225A}" destId="{F42519EC-C6B0-3D41-9EF5-E5672703D97C}" srcOrd="0" destOrd="0" presId="urn:microsoft.com/office/officeart/2005/8/layout/list1"/>
    <dgm:cxn modelId="{4C9EC61B-490F-AD40-9BFD-09F2517CB164}" type="presOf" srcId="{9EF657F2-FD16-4D17-9881-1E2B76A3B95D}" destId="{99B4A286-0E28-D24A-9D41-C29D4968FB71}" srcOrd="0" destOrd="1" presId="urn:microsoft.com/office/officeart/2005/8/layout/list1"/>
    <dgm:cxn modelId="{FF71FD27-A8B8-48D6-9A44-F0078FB46104}" srcId="{46DE25DB-2D26-4173-822D-FACA044500BE}" destId="{9EF657F2-FD16-4D17-9881-1E2B76A3B95D}" srcOrd="1" destOrd="0" parTransId="{A497BA17-44AF-498C-A9D0-E1B3CFE04C3A}" sibTransId="{6CD82484-3516-44C2-BF04-8CEFE282E13A}"/>
    <dgm:cxn modelId="{67C5EB2C-7D9E-1B4D-B513-9E7FDFA1E177}" type="presOf" srcId="{99D4E6DB-4DB3-4043-B846-A04570402C50}" destId="{167E29CA-7873-5D4E-A03F-6C7DBBCDAE21}" srcOrd="0" destOrd="0" presId="urn:microsoft.com/office/officeart/2005/8/layout/list1"/>
    <dgm:cxn modelId="{C8186635-48DF-5445-8C23-9695ADAB976E}" type="presOf" srcId="{987DD792-7BC2-4315-BAD0-906B5E051F6C}" destId="{93514601-5B5F-784B-877B-053E140250EF}" srcOrd="1" destOrd="0" presId="urn:microsoft.com/office/officeart/2005/8/layout/list1"/>
    <dgm:cxn modelId="{7EAE7236-5861-47ED-B3F0-3D9553826AAC}" srcId="{987DD792-7BC2-4315-BAD0-906B5E051F6C}" destId="{4DC1140D-35C3-4C39-A9C4-9DE06E0046E3}" srcOrd="1" destOrd="0" parTransId="{4F2C9D17-3E9D-49DD-8779-15FCC97DD92F}" sibTransId="{56927E90-F574-491B-B970-5414E52AB9F5}"/>
    <dgm:cxn modelId="{5953653C-98E6-4271-9242-7E9C27D5EFB1}" srcId="{CBB4ED0D-7A7E-4551-98E9-82FDC1A0ACF8}" destId="{79B8A2D7-D1FB-4E72-9F42-B2D89D18225A}" srcOrd="0" destOrd="0" parTransId="{AB74BE27-0CC5-4BF5-B121-B18054A45198}" sibTransId="{DA12633A-A02D-441F-A476-143D27C4C05B}"/>
    <dgm:cxn modelId="{86DCFA61-E220-564D-8A7D-5510C0B1A489}" type="presOf" srcId="{46DE25DB-2D26-4173-822D-FACA044500BE}" destId="{54D226A4-2234-424B-B92A-7025AB9268B5}" srcOrd="0" destOrd="0" presId="urn:microsoft.com/office/officeart/2005/8/layout/list1"/>
    <dgm:cxn modelId="{98F16E69-EF7C-5D4C-A258-F8A51DFA1B58}" type="presOf" srcId="{CBB4ED0D-7A7E-4551-98E9-82FDC1A0ACF8}" destId="{18725F3B-91A1-4F4F-AD15-594DF2FA4C3E}" srcOrd="1" destOrd="0" presId="urn:microsoft.com/office/officeart/2005/8/layout/list1"/>
    <dgm:cxn modelId="{BEB7A46F-75CA-46A2-BD9D-D3A1C838B556}" srcId="{99D4E6DB-4DB3-4043-B846-A04570402C50}" destId="{46DE25DB-2D26-4173-822D-FACA044500BE}" srcOrd="0" destOrd="0" parTransId="{D70BAC08-DB4C-4DD1-8DCC-D5811AE0F742}" sibTransId="{FCBE445F-53AF-44B9-AE9C-3B55BB9385C1}"/>
    <dgm:cxn modelId="{F0C0DD75-2863-4046-BEDB-73D98833E42B}" srcId="{987DD792-7BC2-4315-BAD0-906B5E051F6C}" destId="{534A246F-AB50-49C7-9E9D-03FA2A79D833}" srcOrd="0" destOrd="0" parTransId="{9FE44479-F8BD-4A01-8579-AED705588B89}" sibTransId="{8DA66517-690A-42F3-9654-605E7AAF3276}"/>
    <dgm:cxn modelId="{4318A79C-5CCF-9749-A9BE-036F92B4D90A}" type="presOf" srcId="{725E24AA-AB5F-4D82-92F6-8A96A3BD9686}" destId="{F42519EC-C6B0-3D41-9EF5-E5672703D97C}" srcOrd="0" destOrd="1" presId="urn:microsoft.com/office/officeart/2005/8/layout/list1"/>
    <dgm:cxn modelId="{C0FD4EB4-87E6-794C-BD20-C1278E44AB19}" type="presOf" srcId="{4ABAF37D-046B-4864-BD32-B0A0CB701127}" destId="{99B4A286-0E28-D24A-9D41-C29D4968FB71}" srcOrd="0" destOrd="0" presId="urn:microsoft.com/office/officeart/2005/8/layout/list1"/>
    <dgm:cxn modelId="{47F6F2CB-BD96-4EA1-BF92-FD4E25C6B0C6}" srcId="{99D4E6DB-4DB3-4043-B846-A04570402C50}" destId="{CBB4ED0D-7A7E-4551-98E9-82FDC1A0ACF8}" srcOrd="2" destOrd="0" parTransId="{9DB047F3-1749-4D82-BA7B-A5DC9FA8FCCC}" sibTransId="{396905FF-5E48-4503-942A-FD539C15618A}"/>
    <dgm:cxn modelId="{BE855DD2-7E82-FB4B-8227-D9CC8328DC0D}" type="presOf" srcId="{CBB4ED0D-7A7E-4551-98E9-82FDC1A0ACF8}" destId="{B9959918-EDF9-3F45-8F54-05CAFE29B3B0}" srcOrd="0" destOrd="0" presId="urn:microsoft.com/office/officeart/2005/8/layout/list1"/>
    <dgm:cxn modelId="{A7A816DA-07AE-454C-A550-6DE2B36CA3AD}" type="presOf" srcId="{4DC1140D-35C3-4C39-A9C4-9DE06E0046E3}" destId="{82F84EE2-2075-4E4C-9B5F-88AC7AF66441}" srcOrd="0" destOrd="1" presId="urn:microsoft.com/office/officeart/2005/8/layout/list1"/>
    <dgm:cxn modelId="{2518D7DA-D726-4A9E-86F3-0E5AFDFDDACA}" srcId="{99D4E6DB-4DB3-4043-B846-A04570402C50}" destId="{987DD792-7BC2-4315-BAD0-906B5E051F6C}" srcOrd="1" destOrd="0" parTransId="{772BB7C8-C56F-4182-96A4-A49DDF8CF7B2}" sibTransId="{702E1C9C-AFB2-4B9D-9F8E-FA7E71CCD41D}"/>
    <dgm:cxn modelId="{5BEF44E3-D8C5-4AEC-9A6B-9E541388F549}" srcId="{CBB4ED0D-7A7E-4551-98E9-82FDC1A0ACF8}" destId="{725E24AA-AB5F-4D82-92F6-8A96A3BD9686}" srcOrd="1" destOrd="0" parTransId="{504354D4-7B8D-49AA-BAB8-D9C2764B32A7}" sibTransId="{BDA12411-3663-4339-8D5D-DAF63DF5530A}"/>
    <dgm:cxn modelId="{D3E771E8-151C-A544-B1E9-8BB6FCF328A7}" type="presOf" srcId="{46DE25DB-2D26-4173-822D-FACA044500BE}" destId="{305EDFFD-74AF-9D49-A113-A714384F6FCF}" srcOrd="1" destOrd="0" presId="urn:microsoft.com/office/officeart/2005/8/layout/list1"/>
    <dgm:cxn modelId="{D2E09EF9-1A7D-2341-841D-AB6361F73CEC}" type="presOf" srcId="{534A246F-AB50-49C7-9E9D-03FA2A79D833}" destId="{82F84EE2-2075-4E4C-9B5F-88AC7AF66441}" srcOrd="0" destOrd="0" presId="urn:microsoft.com/office/officeart/2005/8/layout/list1"/>
    <dgm:cxn modelId="{26FB10FA-86A7-49E9-A1B5-4106E15A6B0D}" srcId="{46DE25DB-2D26-4173-822D-FACA044500BE}" destId="{4ABAF37D-046B-4864-BD32-B0A0CB701127}" srcOrd="0" destOrd="0" parTransId="{4D4A540F-F18B-43ED-8837-7A25443C8F75}" sibTransId="{89B03896-F946-4E81-A2F5-1E2EA43140E3}"/>
    <dgm:cxn modelId="{5AB75656-CE56-D249-A186-63B58BC00BE1}" type="presParOf" srcId="{167E29CA-7873-5D4E-A03F-6C7DBBCDAE21}" destId="{AC183C0A-B0AF-8E46-A57C-3735BE2401B3}" srcOrd="0" destOrd="0" presId="urn:microsoft.com/office/officeart/2005/8/layout/list1"/>
    <dgm:cxn modelId="{698AA731-8A2F-8048-B060-8C3C0518DBF5}" type="presParOf" srcId="{AC183C0A-B0AF-8E46-A57C-3735BE2401B3}" destId="{54D226A4-2234-424B-B92A-7025AB9268B5}" srcOrd="0" destOrd="0" presId="urn:microsoft.com/office/officeart/2005/8/layout/list1"/>
    <dgm:cxn modelId="{5A944CFC-B2B5-6F42-9DF0-7603923E85E7}" type="presParOf" srcId="{AC183C0A-B0AF-8E46-A57C-3735BE2401B3}" destId="{305EDFFD-74AF-9D49-A113-A714384F6FCF}" srcOrd="1" destOrd="0" presId="urn:microsoft.com/office/officeart/2005/8/layout/list1"/>
    <dgm:cxn modelId="{DD30FD65-7C8F-2D41-BE46-2AB1D8398063}" type="presParOf" srcId="{167E29CA-7873-5D4E-A03F-6C7DBBCDAE21}" destId="{EAC81E1E-93ED-B548-B1E6-47937C677DD9}" srcOrd="1" destOrd="0" presId="urn:microsoft.com/office/officeart/2005/8/layout/list1"/>
    <dgm:cxn modelId="{F8BD6273-D460-D84B-8462-14A75EE69BF8}" type="presParOf" srcId="{167E29CA-7873-5D4E-A03F-6C7DBBCDAE21}" destId="{99B4A286-0E28-D24A-9D41-C29D4968FB71}" srcOrd="2" destOrd="0" presId="urn:microsoft.com/office/officeart/2005/8/layout/list1"/>
    <dgm:cxn modelId="{347CAB3A-0135-DC49-8A24-372D49759958}" type="presParOf" srcId="{167E29CA-7873-5D4E-A03F-6C7DBBCDAE21}" destId="{1E36E6F1-58F1-5F43-BDA7-BB6D4508DE40}" srcOrd="3" destOrd="0" presId="urn:microsoft.com/office/officeart/2005/8/layout/list1"/>
    <dgm:cxn modelId="{4A4B19CB-74E7-544C-8CBF-2694F4C87E4F}" type="presParOf" srcId="{167E29CA-7873-5D4E-A03F-6C7DBBCDAE21}" destId="{420E19A0-85B4-234C-8214-73BFC80FE114}" srcOrd="4" destOrd="0" presId="urn:microsoft.com/office/officeart/2005/8/layout/list1"/>
    <dgm:cxn modelId="{3398BBF2-D80F-764A-8EAB-FD65E9F8665F}" type="presParOf" srcId="{420E19A0-85B4-234C-8214-73BFC80FE114}" destId="{52EB326F-3B24-0F41-B4B8-2AFE27D12069}" srcOrd="0" destOrd="0" presId="urn:microsoft.com/office/officeart/2005/8/layout/list1"/>
    <dgm:cxn modelId="{D8322034-E0B9-174C-8F30-5CA43D8E520E}" type="presParOf" srcId="{420E19A0-85B4-234C-8214-73BFC80FE114}" destId="{93514601-5B5F-784B-877B-053E140250EF}" srcOrd="1" destOrd="0" presId="urn:microsoft.com/office/officeart/2005/8/layout/list1"/>
    <dgm:cxn modelId="{E4038B1D-1235-BA4A-8E1E-DAF008D3654A}" type="presParOf" srcId="{167E29CA-7873-5D4E-A03F-6C7DBBCDAE21}" destId="{0EBA074C-95F7-544A-AAD7-4B3AFD56A044}" srcOrd="5" destOrd="0" presId="urn:microsoft.com/office/officeart/2005/8/layout/list1"/>
    <dgm:cxn modelId="{DB6238DA-5F95-EA4B-9684-4D8EFD025D1E}" type="presParOf" srcId="{167E29CA-7873-5D4E-A03F-6C7DBBCDAE21}" destId="{82F84EE2-2075-4E4C-9B5F-88AC7AF66441}" srcOrd="6" destOrd="0" presId="urn:microsoft.com/office/officeart/2005/8/layout/list1"/>
    <dgm:cxn modelId="{7DD7B935-56D1-F247-AD20-E5F12A083848}" type="presParOf" srcId="{167E29CA-7873-5D4E-A03F-6C7DBBCDAE21}" destId="{7A243FCE-3A2A-EE4A-AC1F-F97735B3A81F}" srcOrd="7" destOrd="0" presId="urn:microsoft.com/office/officeart/2005/8/layout/list1"/>
    <dgm:cxn modelId="{B310436C-957F-B743-843B-638E9E05034A}" type="presParOf" srcId="{167E29CA-7873-5D4E-A03F-6C7DBBCDAE21}" destId="{F6A29EBA-6AD3-3647-AABA-DCF145946721}" srcOrd="8" destOrd="0" presId="urn:microsoft.com/office/officeart/2005/8/layout/list1"/>
    <dgm:cxn modelId="{AD10F631-84FE-614E-8CEA-01343A0FBAF9}" type="presParOf" srcId="{F6A29EBA-6AD3-3647-AABA-DCF145946721}" destId="{B9959918-EDF9-3F45-8F54-05CAFE29B3B0}" srcOrd="0" destOrd="0" presId="urn:microsoft.com/office/officeart/2005/8/layout/list1"/>
    <dgm:cxn modelId="{BA76807F-D764-9541-A82A-B4401C257D3A}" type="presParOf" srcId="{F6A29EBA-6AD3-3647-AABA-DCF145946721}" destId="{18725F3B-91A1-4F4F-AD15-594DF2FA4C3E}" srcOrd="1" destOrd="0" presId="urn:microsoft.com/office/officeart/2005/8/layout/list1"/>
    <dgm:cxn modelId="{B3D9118E-9C4F-C646-B35B-6A48511FC435}" type="presParOf" srcId="{167E29CA-7873-5D4E-A03F-6C7DBBCDAE21}" destId="{550D660C-0CA0-0945-B611-994A4DD8DB30}" srcOrd="9" destOrd="0" presId="urn:microsoft.com/office/officeart/2005/8/layout/list1"/>
    <dgm:cxn modelId="{E14D0DFD-28CA-104D-8900-55AC6ED5BCEC}" type="presParOf" srcId="{167E29CA-7873-5D4E-A03F-6C7DBBCDAE21}" destId="{F42519EC-C6B0-3D41-9EF5-E5672703D97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D4E6DB-4DB3-4043-B846-A04570402C5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DE25DB-2D26-4173-822D-FACA044500BE}">
      <dgm:prSet/>
      <dgm:spPr/>
      <dgm:t>
        <a:bodyPr/>
        <a:lstStyle/>
        <a:p>
          <a:r>
            <a:rPr lang="en-US" dirty="0"/>
            <a:t>RC04 – Location/Geographic Inconsistency</a:t>
          </a:r>
        </a:p>
      </dgm:t>
    </dgm:pt>
    <dgm:pt modelId="{D70BAC08-DB4C-4DD1-8DCC-D5811AE0F742}" type="parTrans" cxnId="{BEB7A46F-75CA-46A2-BD9D-D3A1C838B556}">
      <dgm:prSet/>
      <dgm:spPr/>
      <dgm:t>
        <a:bodyPr/>
        <a:lstStyle/>
        <a:p>
          <a:endParaRPr lang="en-US"/>
        </a:p>
      </dgm:t>
    </dgm:pt>
    <dgm:pt modelId="{FCBE445F-53AF-44B9-AE9C-3B55BB9385C1}" type="sibTrans" cxnId="{BEB7A46F-75CA-46A2-BD9D-D3A1C838B556}">
      <dgm:prSet/>
      <dgm:spPr/>
      <dgm:t>
        <a:bodyPr/>
        <a:lstStyle/>
        <a:p>
          <a:endParaRPr lang="en-US"/>
        </a:p>
      </dgm:t>
    </dgm:pt>
    <dgm:pt modelId="{4ABAF37D-046B-4864-BD32-B0A0CB701127}">
      <dgm:prSet/>
      <dgm:spPr/>
      <dgm:t>
        <a:bodyPr/>
        <a:lstStyle/>
        <a:p>
          <a:r>
            <a:rPr lang="en-US" dirty="0"/>
            <a:t>Captures mismatch between expected and observed transaction location</a:t>
          </a:r>
        </a:p>
      </dgm:t>
    </dgm:pt>
    <dgm:pt modelId="{4D4A540F-F18B-43ED-8837-7A25443C8F75}" type="parTrans" cxnId="{26FB10FA-86A7-49E9-A1B5-4106E15A6B0D}">
      <dgm:prSet/>
      <dgm:spPr/>
      <dgm:t>
        <a:bodyPr/>
        <a:lstStyle/>
        <a:p>
          <a:endParaRPr lang="en-US"/>
        </a:p>
      </dgm:t>
    </dgm:pt>
    <dgm:pt modelId="{89B03896-F946-4E81-A2F5-1E2EA43140E3}" type="sibTrans" cxnId="{26FB10FA-86A7-49E9-A1B5-4106E15A6B0D}">
      <dgm:prSet/>
      <dgm:spPr/>
      <dgm:t>
        <a:bodyPr/>
        <a:lstStyle/>
        <a:p>
          <a:endParaRPr lang="en-US"/>
        </a:p>
      </dgm:t>
    </dgm:pt>
    <dgm:pt modelId="{9EF657F2-FD16-4D17-9881-1E2B76A3B95D}">
      <dgm:prSet/>
      <dgm:spPr/>
      <dgm:t>
        <a:bodyPr/>
        <a:lstStyle/>
        <a:p>
          <a:r>
            <a:rPr lang="en-US" dirty="0"/>
            <a:t>Contributing Features include location mismatch and </a:t>
          </a:r>
          <a:r>
            <a:rPr lang="en-US" dirty="0" err="1"/>
            <a:t>ip</a:t>
          </a:r>
          <a:r>
            <a:rPr lang="en-US" dirty="0"/>
            <a:t> country</a:t>
          </a:r>
        </a:p>
      </dgm:t>
    </dgm:pt>
    <dgm:pt modelId="{A497BA17-44AF-498C-A9D0-E1B3CFE04C3A}" type="parTrans" cxnId="{FF71FD27-A8B8-48D6-9A44-F0078FB46104}">
      <dgm:prSet/>
      <dgm:spPr/>
      <dgm:t>
        <a:bodyPr/>
        <a:lstStyle/>
        <a:p>
          <a:endParaRPr lang="en-US"/>
        </a:p>
      </dgm:t>
    </dgm:pt>
    <dgm:pt modelId="{6CD82484-3516-44C2-BF04-8CEFE282E13A}" type="sibTrans" cxnId="{FF71FD27-A8B8-48D6-9A44-F0078FB46104}">
      <dgm:prSet/>
      <dgm:spPr/>
      <dgm:t>
        <a:bodyPr/>
        <a:lstStyle/>
        <a:p>
          <a:endParaRPr lang="en-US"/>
        </a:p>
      </dgm:t>
    </dgm:pt>
    <dgm:pt modelId="{987DD792-7BC2-4315-BAD0-906B5E051F6C}">
      <dgm:prSet/>
      <dgm:spPr/>
      <dgm:t>
        <a:bodyPr/>
        <a:lstStyle/>
        <a:p>
          <a:r>
            <a:rPr lang="en-US" dirty="0"/>
            <a:t>RC05 – Device / IP Trust Profile</a:t>
          </a:r>
        </a:p>
      </dgm:t>
    </dgm:pt>
    <dgm:pt modelId="{772BB7C8-C56F-4182-96A4-A49DDF8CF7B2}" type="parTrans" cxnId="{2518D7DA-D726-4A9E-86F3-0E5AFDFDDACA}">
      <dgm:prSet/>
      <dgm:spPr/>
      <dgm:t>
        <a:bodyPr/>
        <a:lstStyle/>
        <a:p>
          <a:endParaRPr lang="en-US"/>
        </a:p>
      </dgm:t>
    </dgm:pt>
    <dgm:pt modelId="{702E1C9C-AFB2-4B9D-9F8E-FA7E71CCD41D}" type="sibTrans" cxnId="{2518D7DA-D726-4A9E-86F3-0E5AFDFDDACA}">
      <dgm:prSet/>
      <dgm:spPr/>
      <dgm:t>
        <a:bodyPr/>
        <a:lstStyle/>
        <a:p>
          <a:endParaRPr lang="en-US"/>
        </a:p>
      </dgm:t>
    </dgm:pt>
    <dgm:pt modelId="{534A246F-AB50-49C7-9E9D-03FA2A79D833}">
      <dgm:prSet/>
      <dgm:spPr/>
      <dgm:t>
        <a:bodyPr/>
        <a:lstStyle/>
        <a:p>
          <a:r>
            <a:rPr lang="en-US" dirty="0"/>
            <a:t>Captures trustworthiness of device and network used for transaction</a:t>
          </a:r>
        </a:p>
      </dgm:t>
    </dgm:pt>
    <dgm:pt modelId="{9FE44479-F8BD-4A01-8579-AED705588B89}" type="parTrans" cxnId="{F0C0DD75-2863-4046-BEDB-73D98833E42B}">
      <dgm:prSet/>
      <dgm:spPr/>
      <dgm:t>
        <a:bodyPr/>
        <a:lstStyle/>
        <a:p>
          <a:endParaRPr lang="en-US"/>
        </a:p>
      </dgm:t>
    </dgm:pt>
    <dgm:pt modelId="{8DA66517-690A-42F3-9654-605E7AAF3276}" type="sibTrans" cxnId="{F0C0DD75-2863-4046-BEDB-73D98833E42B}">
      <dgm:prSet/>
      <dgm:spPr/>
      <dgm:t>
        <a:bodyPr/>
        <a:lstStyle/>
        <a:p>
          <a:endParaRPr lang="en-US"/>
        </a:p>
      </dgm:t>
    </dgm:pt>
    <dgm:pt modelId="{4DC1140D-35C3-4C39-A9C4-9DE06E0046E3}">
      <dgm:prSet/>
      <dgm:spPr/>
      <dgm:t>
        <a:bodyPr/>
        <a:lstStyle/>
        <a:p>
          <a:r>
            <a:rPr lang="en-US" dirty="0"/>
            <a:t>Contributing Features include </a:t>
          </a:r>
          <a:r>
            <a:rPr lang="en-US" dirty="0" err="1"/>
            <a:t>ip</a:t>
          </a:r>
          <a:r>
            <a:rPr lang="en-US" dirty="0"/>
            <a:t> address, </a:t>
          </a:r>
          <a:r>
            <a:rPr lang="en-US" dirty="0" err="1"/>
            <a:t>ip</a:t>
          </a:r>
          <a:r>
            <a:rPr lang="en-US" dirty="0"/>
            <a:t> risk, device trust score, new device</a:t>
          </a:r>
        </a:p>
      </dgm:t>
    </dgm:pt>
    <dgm:pt modelId="{4F2C9D17-3E9D-49DD-8779-15FCC97DD92F}" type="parTrans" cxnId="{7EAE7236-5861-47ED-B3F0-3D9553826AAC}">
      <dgm:prSet/>
      <dgm:spPr/>
      <dgm:t>
        <a:bodyPr/>
        <a:lstStyle/>
        <a:p>
          <a:endParaRPr lang="en-US"/>
        </a:p>
      </dgm:t>
    </dgm:pt>
    <dgm:pt modelId="{56927E90-F574-491B-B970-5414E52AB9F5}" type="sibTrans" cxnId="{7EAE7236-5861-47ED-B3F0-3D9553826AAC}">
      <dgm:prSet/>
      <dgm:spPr/>
      <dgm:t>
        <a:bodyPr/>
        <a:lstStyle/>
        <a:p>
          <a:endParaRPr lang="en-US"/>
        </a:p>
      </dgm:t>
    </dgm:pt>
    <dgm:pt modelId="{CBB4ED0D-7A7E-4551-98E9-82FDC1A0ACF8}">
      <dgm:prSet/>
      <dgm:spPr/>
      <dgm:t>
        <a:bodyPr/>
        <a:lstStyle/>
        <a:p>
          <a:r>
            <a:rPr lang="en-US" dirty="0"/>
            <a:t>RC06 – Account Tenure &amp; Transaction Behavior Pattern</a:t>
          </a:r>
        </a:p>
      </dgm:t>
    </dgm:pt>
    <dgm:pt modelId="{9DB047F3-1749-4D82-BA7B-A5DC9FA8FCCC}" type="parTrans" cxnId="{47F6F2CB-BD96-4EA1-BF92-FD4E25C6B0C6}">
      <dgm:prSet/>
      <dgm:spPr/>
      <dgm:t>
        <a:bodyPr/>
        <a:lstStyle/>
        <a:p>
          <a:endParaRPr lang="en-US"/>
        </a:p>
      </dgm:t>
    </dgm:pt>
    <dgm:pt modelId="{396905FF-5E48-4503-942A-FD539C15618A}" type="sibTrans" cxnId="{47F6F2CB-BD96-4EA1-BF92-FD4E25C6B0C6}">
      <dgm:prSet/>
      <dgm:spPr/>
      <dgm:t>
        <a:bodyPr/>
        <a:lstStyle/>
        <a:p>
          <a:endParaRPr lang="en-US"/>
        </a:p>
      </dgm:t>
    </dgm:pt>
    <dgm:pt modelId="{79B8A2D7-D1FB-4E72-9F42-B2D89D18225A}">
      <dgm:prSet/>
      <dgm:spPr/>
      <dgm:t>
        <a:bodyPr/>
        <a:lstStyle/>
        <a:p>
          <a:r>
            <a:rPr lang="en-US" dirty="0"/>
            <a:t>Captures behavioral, temporal and lifecycle characteristics of the account</a:t>
          </a:r>
        </a:p>
      </dgm:t>
    </dgm:pt>
    <dgm:pt modelId="{AB74BE27-0CC5-4BF5-B121-B18054A45198}" type="parTrans" cxnId="{5953653C-98E6-4271-9242-7E9C27D5EFB1}">
      <dgm:prSet/>
      <dgm:spPr/>
      <dgm:t>
        <a:bodyPr/>
        <a:lstStyle/>
        <a:p>
          <a:endParaRPr lang="en-US"/>
        </a:p>
      </dgm:t>
    </dgm:pt>
    <dgm:pt modelId="{DA12633A-A02D-441F-A476-143D27C4C05B}" type="sibTrans" cxnId="{5953653C-98E6-4271-9242-7E9C27D5EFB1}">
      <dgm:prSet/>
      <dgm:spPr/>
      <dgm:t>
        <a:bodyPr/>
        <a:lstStyle/>
        <a:p>
          <a:endParaRPr lang="en-US"/>
        </a:p>
      </dgm:t>
    </dgm:pt>
    <dgm:pt modelId="{725E24AA-AB5F-4D82-92F6-8A96A3BD9686}">
      <dgm:prSet/>
      <dgm:spPr/>
      <dgm:t>
        <a:bodyPr/>
        <a:lstStyle/>
        <a:p>
          <a:r>
            <a:rPr lang="en-US" dirty="0"/>
            <a:t>Contributing Features include account age, amount source, amount, fee, channel</a:t>
          </a:r>
        </a:p>
      </dgm:t>
    </dgm:pt>
    <dgm:pt modelId="{504354D4-7B8D-49AA-BAB8-D9C2764B32A7}" type="parTrans" cxnId="{5BEF44E3-D8C5-4AEC-9A6B-9E541388F549}">
      <dgm:prSet/>
      <dgm:spPr/>
      <dgm:t>
        <a:bodyPr/>
        <a:lstStyle/>
        <a:p>
          <a:endParaRPr lang="en-US"/>
        </a:p>
      </dgm:t>
    </dgm:pt>
    <dgm:pt modelId="{BDA12411-3663-4339-8D5D-DAF63DF5530A}" type="sibTrans" cxnId="{5BEF44E3-D8C5-4AEC-9A6B-9E541388F549}">
      <dgm:prSet/>
      <dgm:spPr/>
      <dgm:t>
        <a:bodyPr/>
        <a:lstStyle/>
        <a:p>
          <a:endParaRPr lang="en-US"/>
        </a:p>
      </dgm:t>
    </dgm:pt>
    <dgm:pt modelId="{B36DBA8D-D8B5-2E48-A9EA-A6C005358DD9}" type="pres">
      <dgm:prSet presAssocID="{99D4E6DB-4DB3-4043-B846-A04570402C50}" presName="linear" presStyleCnt="0">
        <dgm:presLayoutVars>
          <dgm:dir/>
          <dgm:animLvl val="lvl"/>
          <dgm:resizeHandles val="exact"/>
        </dgm:presLayoutVars>
      </dgm:prSet>
      <dgm:spPr/>
    </dgm:pt>
    <dgm:pt modelId="{0BEBC45B-9E9B-D847-8EEE-0D1454D3F0F4}" type="pres">
      <dgm:prSet presAssocID="{46DE25DB-2D26-4173-822D-FACA044500BE}" presName="parentLin" presStyleCnt="0"/>
      <dgm:spPr/>
    </dgm:pt>
    <dgm:pt modelId="{BEB39591-BE08-B94A-8FFF-092E139CE307}" type="pres">
      <dgm:prSet presAssocID="{46DE25DB-2D26-4173-822D-FACA044500BE}" presName="parentLeftMargin" presStyleLbl="node1" presStyleIdx="0" presStyleCnt="3"/>
      <dgm:spPr/>
    </dgm:pt>
    <dgm:pt modelId="{CD06228D-93F6-AF42-BE3B-644D1669B22A}" type="pres">
      <dgm:prSet presAssocID="{46DE25DB-2D26-4173-822D-FACA044500B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305FBC6-637A-0F42-9AD1-A08F35F24182}" type="pres">
      <dgm:prSet presAssocID="{46DE25DB-2D26-4173-822D-FACA044500BE}" presName="negativeSpace" presStyleCnt="0"/>
      <dgm:spPr/>
    </dgm:pt>
    <dgm:pt modelId="{C86E9060-2F40-6745-AEBC-F7C7967C93C3}" type="pres">
      <dgm:prSet presAssocID="{46DE25DB-2D26-4173-822D-FACA044500BE}" presName="childText" presStyleLbl="conFgAcc1" presStyleIdx="0" presStyleCnt="3">
        <dgm:presLayoutVars>
          <dgm:bulletEnabled val="1"/>
        </dgm:presLayoutVars>
      </dgm:prSet>
      <dgm:spPr/>
    </dgm:pt>
    <dgm:pt modelId="{219ED98B-FFD9-F044-B411-B5711A0C2B44}" type="pres">
      <dgm:prSet presAssocID="{FCBE445F-53AF-44B9-AE9C-3B55BB9385C1}" presName="spaceBetweenRectangles" presStyleCnt="0"/>
      <dgm:spPr/>
    </dgm:pt>
    <dgm:pt modelId="{82CC6A2A-6835-FA43-89CC-E53281E375C7}" type="pres">
      <dgm:prSet presAssocID="{987DD792-7BC2-4315-BAD0-906B5E051F6C}" presName="parentLin" presStyleCnt="0"/>
      <dgm:spPr/>
    </dgm:pt>
    <dgm:pt modelId="{616E7E23-960C-A54D-909B-2106576EB7AA}" type="pres">
      <dgm:prSet presAssocID="{987DD792-7BC2-4315-BAD0-906B5E051F6C}" presName="parentLeftMargin" presStyleLbl="node1" presStyleIdx="0" presStyleCnt="3"/>
      <dgm:spPr/>
    </dgm:pt>
    <dgm:pt modelId="{EDFF689A-EA7E-C841-975B-60186B029CCA}" type="pres">
      <dgm:prSet presAssocID="{987DD792-7BC2-4315-BAD0-906B5E051F6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B88062D-CF70-0144-91D7-135FEB77F445}" type="pres">
      <dgm:prSet presAssocID="{987DD792-7BC2-4315-BAD0-906B5E051F6C}" presName="negativeSpace" presStyleCnt="0"/>
      <dgm:spPr/>
    </dgm:pt>
    <dgm:pt modelId="{DA072730-1EBE-0246-BEC4-A902D20F45D6}" type="pres">
      <dgm:prSet presAssocID="{987DD792-7BC2-4315-BAD0-906B5E051F6C}" presName="childText" presStyleLbl="conFgAcc1" presStyleIdx="1" presStyleCnt="3">
        <dgm:presLayoutVars>
          <dgm:bulletEnabled val="1"/>
        </dgm:presLayoutVars>
      </dgm:prSet>
      <dgm:spPr/>
    </dgm:pt>
    <dgm:pt modelId="{4DEE8ECE-363C-7649-A883-EA5C40F8A849}" type="pres">
      <dgm:prSet presAssocID="{702E1C9C-AFB2-4B9D-9F8E-FA7E71CCD41D}" presName="spaceBetweenRectangles" presStyleCnt="0"/>
      <dgm:spPr/>
    </dgm:pt>
    <dgm:pt modelId="{8163D5F9-0531-FD41-813B-D5F2D3C9A802}" type="pres">
      <dgm:prSet presAssocID="{CBB4ED0D-7A7E-4551-98E9-82FDC1A0ACF8}" presName="parentLin" presStyleCnt="0"/>
      <dgm:spPr/>
    </dgm:pt>
    <dgm:pt modelId="{41A54C2A-1BB8-5844-8015-725829313287}" type="pres">
      <dgm:prSet presAssocID="{CBB4ED0D-7A7E-4551-98E9-82FDC1A0ACF8}" presName="parentLeftMargin" presStyleLbl="node1" presStyleIdx="1" presStyleCnt="3"/>
      <dgm:spPr/>
    </dgm:pt>
    <dgm:pt modelId="{C68FE669-65CB-074B-A731-8470C151552A}" type="pres">
      <dgm:prSet presAssocID="{CBB4ED0D-7A7E-4551-98E9-82FDC1A0ACF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FC8F961-85DC-C54D-B95B-5EDBECAA06F0}" type="pres">
      <dgm:prSet presAssocID="{CBB4ED0D-7A7E-4551-98E9-82FDC1A0ACF8}" presName="negativeSpace" presStyleCnt="0"/>
      <dgm:spPr/>
    </dgm:pt>
    <dgm:pt modelId="{64D1D144-D7C0-B649-B055-87BF45DE690A}" type="pres">
      <dgm:prSet presAssocID="{CBB4ED0D-7A7E-4551-98E9-82FDC1A0ACF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1C01203-FEA9-BB46-A528-8BE13F584462}" type="presOf" srcId="{79B8A2D7-D1FB-4E72-9F42-B2D89D18225A}" destId="{64D1D144-D7C0-B649-B055-87BF45DE690A}" srcOrd="0" destOrd="0" presId="urn:microsoft.com/office/officeart/2005/8/layout/list1"/>
    <dgm:cxn modelId="{3BE9460C-60F9-E743-B5AE-0354A9307D97}" type="presOf" srcId="{46DE25DB-2D26-4173-822D-FACA044500BE}" destId="{BEB39591-BE08-B94A-8FFF-092E139CE307}" srcOrd="0" destOrd="0" presId="urn:microsoft.com/office/officeart/2005/8/layout/list1"/>
    <dgm:cxn modelId="{FF71FD27-A8B8-48D6-9A44-F0078FB46104}" srcId="{46DE25DB-2D26-4173-822D-FACA044500BE}" destId="{9EF657F2-FD16-4D17-9881-1E2B76A3B95D}" srcOrd="1" destOrd="0" parTransId="{A497BA17-44AF-498C-A9D0-E1B3CFE04C3A}" sibTransId="{6CD82484-3516-44C2-BF04-8CEFE282E13A}"/>
    <dgm:cxn modelId="{7EAE7236-5861-47ED-B3F0-3D9553826AAC}" srcId="{987DD792-7BC2-4315-BAD0-906B5E051F6C}" destId="{4DC1140D-35C3-4C39-A9C4-9DE06E0046E3}" srcOrd="1" destOrd="0" parTransId="{4F2C9D17-3E9D-49DD-8779-15FCC97DD92F}" sibTransId="{56927E90-F574-491B-B970-5414E52AB9F5}"/>
    <dgm:cxn modelId="{5953653C-98E6-4271-9242-7E9C27D5EFB1}" srcId="{CBB4ED0D-7A7E-4551-98E9-82FDC1A0ACF8}" destId="{79B8A2D7-D1FB-4E72-9F42-B2D89D18225A}" srcOrd="0" destOrd="0" parTransId="{AB74BE27-0CC5-4BF5-B121-B18054A45198}" sibTransId="{DA12633A-A02D-441F-A476-143D27C4C05B}"/>
    <dgm:cxn modelId="{62C2DC40-22DF-CD47-88FF-7A694DD8FDEA}" type="presOf" srcId="{9EF657F2-FD16-4D17-9881-1E2B76A3B95D}" destId="{C86E9060-2F40-6745-AEBC-F7C7967C93C3}" srcOrd="0" destOrd="1" presId="urn:microsoft.com/office/officeart/2005/8/layout/list1"/>
    <dgm:cxn modelId="{234D6141-1FFB-9346-B21B-7BA9E5AA95EA}" type="presOf" srcId="{CBB4ED0D-7A7E-4551-98E9-82FDC1A0ACF8}" destId="{C68FE669-65CB-074B-A731-8470C151552A}" srcOrd="1" destOrd="0" presId="urn:microsoft.com/office/officeart/2005/8/layout/list1"/>
    <dgm:cxn modelId="{4754374C-5D86-6348-ABEC-E5578766FEE9}" type="presOf" srcId="{99D4E6DB-4DB3-4043-B846-A04570402C50}" destId="{B36DBA8D-D8B5-2E48-A9EA-A6C005358DD9}" srcOrd="0" destOrd="0" presId="urn:microsoft.com/office/officeart/2005/8/layout/list1"/>
    <dgm:cxn modelId="{1EA1E45B-30CE-A44C-B322-2D8EB8C372D4}" type="presOf" srcId="{4ABAF37D-046B-4864-BD32-B0A0CB701127}" destId="{C86E9060-2F40-6745-AEBC-F7C7967C93C3}" srcOrd="0" destOrd="0" presId="urn:microsoft.com/office/officeart/2005/8/layout/list1"/>
    <dgm:cxn modelId="{BEB7A46F-75CA-46A2-BD9D-D3A1C838B556}" srcId="{99D4E6DB-4DB3-4043-B846-A04570402C50}" destId="{46DE25DB-2D26-4173-822D-FACA044500BE}" srcOrd="0" destOrd="0" parTransId="{D70BAC08-DB4C-4DD1-8DCC-D5811AE0F742}" sibTransId="{FCBE445F-53AF-44B9-AE9C-3B55BB9385C1}"/>
    <dgm:cxn modelId="{F0C0DD75-2863-4046-BEDB-73D98833E42B}" srcId="{987DD792-7BC2-4315-BAD0-906B5E051F6C}" destId="{534A246F-AB50-49C7-9E9D-03FA2A79D833}" srcOrd="0" destOrd="0" parTransId="{9FE44479-F8BD-4A01-8579-AED705588B89}" sibTransId="{8DA66517-690A-42F3-9654-605E7AAF3276}"/>
    <dgm:cxn modelId="{1DF35277-08BD-0948-AD71-7554E842B61C}" type="presOf" srcId="{46DE25DB-2D26-4173-822D-FACA044500BE}" destId="{CD06228D-93F6-AF42-BE3B-644D1669B22A}" srcOrd="1" destOrd="0" presId="urn:microsoft.com/office/officeart/2005/8/layout/list1"/>
    <dgm:cxn modelId="{994D139C-2BB1-B449-8901-4449BD7583CA}" type="presOf" srcId="{987DD792-7BC2-4315-BAD0-906B5E051F6C}" destId="{EDFF689A-EA7E-C841-975B-60186B029CCA}" srcOrd="1" destOrd="0" presId="urn:microsoft.com/office/officeart/2005/8/layout/list1"/>
    <dgm:cxn modelId="{1AE7CCB4-D1B4-144C-B4C4-85F6499CC224}" type="presOf" srcId="{CBB4ED0D-7A7E-4551-98E9-82FDC1A0ACF8}" destId="{41A54C2A-1BB8-5844-8015-725829313287}" srcOrd="0" destOrd="0" presId="urn:microsoft.com/office/officeart/2005/8/layout/list1"/>
    <dgm:cxn modelId="{D7E6E5BF-C240-3540-A26E-7EF7359281CD}" type="presOf" srcId="{987DD792-7BC2-4315-BAD0-906B5E051F6C}" destId="{616E7E23-960C-A54D-909B-2106576EB7AA}" srcOrd="0" destOrd="0" presId="urn:microsoft.com/office/officeart/2005/8/layout/list1"/>
    <dgm:cxn modelId="{47F6F2CB-BD96-4EA1-BF92-FD4E25C6B0C6}" srcId="{99D4E6DB-4DB3-4043-B846-A04570402C50}" destId="{CBB4ED0D-7A7E-4551-98E9-82FDC1A0ACF8}" srcOrd="2" destOrd="0" parTransId="{9DB047F3-1749-4D82-BA7B-A5DC9FA8FCCC}" sibTransId="{396905FF-5E48-4503-942A-FD539C15618A}"/>
    <dgm:cxn modelId="{B07169D3-18F6-7743-A03A-CA2FCF907D0D}" type="presOf" srcId="{4DC1140D-35C3-4C39-A9C4-9DE06E0046E3}" destId="{DA072730-1EBE-0246-BEC4-A902D20F45D6}" srcOrd="0" destOrd="1" presId="urn:microsoft.com/office/officeart/2005/8/layout/list1"/>
    <dgm:cxn modelId="{2518D7DA-D726-4A9E-86F3-0E5AFDFDDACA}" srcId="{99D4E6DB-4DB3-4043-B846-A04570402C50}" destId="{987DD792-7BC2-4315-BAD0-906B5E051F6C}" srcOrd="1" destOrd="0" parTransId="{772BB7C8-C56F-4182-96A4-A49DDF8CF7B2}" sibTransId="{702E1C9C-AFB2-4B9D-9F8E-FA7E71CCD41D}"/>
    <dgm:cxn modelId="{AC2451E1-53D5-294B-93FA-1D058EEC4F23}" type="presOf" srcId="{725E24AA-AB5F-4D82-92F6-8A96A3BD9686}" destId="{64D1D144-D7C0-B649-B055-87BF45DE690A}" srcOrd="0" destOrd="1" presId="urn:microsoft.com/office/officeart/2005/8/layout/list1"/>
    <dgm:cxn modelId="{5BEF44E3-D8C5-4AEC-9A6B-9E541388F549}" srcId="{CBB4ED0D-7A7E-4551-98E9-82FDC1A0ACF8}" destId="{725E24AA-AB5F-4D82-92F6-8A96A3BD9686}" srcOrd="1" destOrd="0" parTransId="{504354D4-7B8D-49AA-BAB8-D9C2764B32A7}" sibTransId="{BDA12411-3663-4339-8D5D-DAF63DF5530A}"/>
    <dgm:cxn modelId="{FA3B28F4-F8C2-BE4E-A098-E25DF4385A65}" type="presOf" srcId="{534A246F-AB50-49C7-9E9D-03FA2A79D833}" destId="{DA072730-1EBE-0246-BEC4-A902D20F45D6}" srcOrd="0" destOrd="0" presId="urn:microsoft.com/office/officeart/2005/8/layout/list1"/>
    <dgm:cxn modelId="{26FB10FA-86A7-49E9-A1B5-4106E15A6B0D}" srcId="{46DE25DB-2D26-4173-822D-FACA044500BE}" destId="{4ABAF37D-046B-4864-BD32-B0A0CB701127}" srcOrd="0" destOrd="0" parTransId="{4D4A540F-F18B-43ED-8837-7A25443C8F75}" sibTransId="{89B03896-F946-4E81-A2F5-1E2EA43140E3}"/>
    <dgm:cxn modelId="{597CA7C9-2D0C-B941-8DF8-013EC79767BA}" type="presParOf" srcId="{B36DBA8D-D8B5-2E48-A9EA-A6C005358DD9}" destId="{0BEBC45B-9E9B-D847-8EEE-0D1454D3F0F4}" srcOrd="0" destOrd="0" presId="urn:microsoft.com/office/officeart/2005/8/layout/list1"/>
    <dgm:cxn modelId="{175F9242-8C79-5446-92F1-A4511A655D44}" type="presParOf" srcId="{0BEBC45B-9E9B-D847-8EEE-0D1454D3F0F4}" destId="{BEB39591-BE08-B94A-8FFF-092E139CE307}" srcOrd="0" destOrd="0" presId="urn:microsoft.com/office/officeart/2005/8/layout/list1"/>
    <dgm:cxn modelId="{59590ED7-613F-C84A-A18B-51F47A758628}" type="presParOf" srcId="{0BEBC45B-9E9B-D847-8EEE-0D1454D3F0F4}" destId="{CD06228D-93F6-AF42-BE3B-644D1669B22A}" srcOrd="1" destOrd="0" presId="urn:microsoft.com/office/officeart/2005/8/layout/list1"/>
    <dgm:cxn modelId="{3D724F39-B12D-BC40-8375-D2507EF1432E}" type="presParOf" srcId="{B36DBA8D-D8B5-2E48-A9EA-A6C005358DD9}" destId="{4305FBC6-637A-0F42-9AD1-A08F35F24182}" srcOrd="1" destOrd="0" presId="urn:microsoft.com/office/officeart/2005/8/layout/list1"/>
    <dgm:cxn modelId="{921D1FF8-5EAB-EE48-B21A-890C9A76AD84}" type="presParOf" srcId="{B36DBA8D-D8B5-2E48-A9EA-A6C005358DD9}" destId="{C86E9060-2F40-6745-AEBC-F7C7967C93C3}" srcOrd="2" destOrd="0" presId="urn:microsoft.com/office/officeart/2005/8/layout/list1"/>
    <dgm:cxn modelId="{5D95CF3F-108E-F742-BA71-55A8D0B2A22C}" type="presParOf" srcId="{B36DBA8D-D8B5-2E48-A9EA-A6C005358DD9}" destId="{219ED98B-FFD9-F044-B411-B5711A0C2B44}" srcOrd="3" destOrd="0" presId="urn:microsoft.com/office/officeart/2005/8/layout/list1"/>
    <dgm:cxn modelId="{E12E56EB-6987-5F44-B9F3-D740AC3F3ED9}" type="presParOf" srcId="{B36DBA8D-D8B5-2E48-A9EA-A6C005358DD9}" destId="{82CC6A2A-6835-FA43-89CC-E53281E375C7}" srcOrd="4" destOrd="0" presId="urn:microsoft.com/office/officeart/2005/8/layout/list1"/>
    <dgm:cxn modelId="{ED8C658C-28E1-4C4C-A1DC-512442C1763F}" type="presParOf" srcId="{82CC6A2A-6835-FA43-89CC-E53281E375C7}" destId="{616E7E23-960C-A54D-909B-2106576EB7AA}" srcOrd="0" destOrd="0" presId="urn:microsoft.com/office/officeart/2005/8/layout/list1"/>
    <dgm:cxn modelId="{788C1EA4-2D03-B647-80C9-EF40681591C7}" type="presParOf" srcId="{82CC6A2A-6835-FA43-89CC-E53281E375C7}" destId="{EDFF689A-EA7E-C841-975B-60186B029CCA}" srcOrd="1" destOrd="0" presId="urn:microsoft.com/office/officeart/2005/8/layout/list1"/>
    <dgm:cxn modelId="{FECA3240-8E24-BC49-8D95-AB1DD606EC1E}" type="presParOf" srcId="{B36DBA8D-D8B5-2E48-A9EA-A6C005358DD9}" destId="{1B88062D-CF70-0144-91D7-135FEB77F445}" srcOrd="5" destOrd="0" presId="urn:microsoft.com/office/officeart/2005/8/layout/list1"/>
    <dgm:cxn modelId="{7BC95565-ADAE-1F42-9CA8-57CD91698494}" type="presParOf" srcId="{B36DBA8D-D8B5-2E48-A9EA-A6C005358DD9}" destId="{DA072730-1EBE-0246-BEC4-A902D20F45D6}" srcOrd="6" destOrd="0" presId="urn:microsoft.com/office/officeart/2005/8/layout/list1"/>
    <dgm:cxn modelId="{396647BA-A133-314A-80BB-07C0AEE38EEB}" type="presParOf" srcId="{B36DBA8D-D8B5-2E48-A9EA-A6C005358DD9}" destId="{4DEE8ECE-363C-7649-A883-EA5C40F8A849}" srcOrd="7" destOrd="0" presId="urn:microsoft.com/office/officeart/2005/8/layout/list1"/>
    <dgm:cxn modelId="{47B1FAD5-514F-E546-A651-74DD7C07C889}" type="presParOf" srcId="{B36DBA8D-D8B5-2E48-A9EA-A6C005358DD9}" destId="{8163D5F9-0531-FD41-813B-D5F2D3C9A802}" srcOrd="8" destOrd="0" presId="urn:microsoft.com/office/officeart/2005/8/layout/list1"/>
    <dgm:cxn modelId="{42E41232-C32A-4D4E-8094-F7A445B4F213}" type="presParOf" srcId="{8163D5F9-0531-FD41-813B-D5F2D3C9A802}" destId="{41A54C2A-1BB8-5844-8015-725829313287}" srcOrd="0" destOrd="0" presId="urn:microsoft.com/office/officeart/2005/8/layout/list1"/>
    <dgm:cxn modelId="{C5158DF2-438F-B347-9488-B98A1C6D1126}" type="presParOf" srcId="{8163D5F9-0531-FD41-813B-D5F2D3C9A802}" destId="{C68FE669-65CB-074B-A731-8470C151552A}" srcOrd="1" destOrd="0" presId="urn:microsoft.com/office/officeart/2005/8/layout/list1"/>
    <dgm:cxn modelId="{5F66CD2A-F19E-6C4B-B0BE-9E06D074E4B5}" type="presParOf" srcId="{B36DBA8D-D8B5-2E48-A9EA-A6C005358DD9}" destId="{9FC8F961-85DC-C54D-B95B-5EDBECAA06F0}" srcOrd="9" destOrd="0" presId="urn:microsoft.com/office/officeart/2005/8/layout/list1"/>
    <dgm:cxn modelId="{60C4FE9C-ECF9-A349-B0BC-0D50B35F2FFA}" type="presParOf" srcId="{B36DBA8D-D8B5-2E48-A9EA-A6C005358DD9}" destId="{64D1D144-D7C0-B649-B055-87BF45DE690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B72A134-8E6C-4C5A-8FFE-0652F56B2ED8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D07565-3859-4440-8E8F-8F021010AA49}">
      <dgm:prSet/>
      <dgm:spPr/>
      <dgm:t>
        <a:bodyPr/>
        <a:lstStyle/>
        <a:p>
          <a:r>
            <a:rPr lang="en-US"/>
            <a:t>Destination Currency</a:t>
          </a:r>
        </a:p>
      </dgm:t>
    </dgm:pt>
    <dgm:pt modelId="{0771511D-104B-4E0A-BA73-257D8EB22742}" type="parTrans" cxnId="{5C7C45E7-32DD-424D-84B2-57B7CA6BC6B3}">
      <dgm:prSet/>
      <dgm:spPr/>
      <dgm:t>
        <a:bodyPr/>
        <a:lstStyle/>
        <a:p>
          <a:endParaRPr lang="en-US"/>
        </a:p>
      </dgm:t>
    </dgm:pt>
    <dgm:pt modelId="{3D8442BB-A3DE-4220-8077-238EF2A22B7B}" type="sibTrans" cxnId="{5C7C45E7-32DD-424D-84B2-57B7CA6BC6B3}">
      <dgm:prSet/>
      <dgm:spPr/>
      <dgm:t>
        <a:bodyPr/>
        <a:lstStyle/>
        <a:p>
          <a:endParaRPr lang="en-US"/>
        </a:p>
      </dgm:t>
    </dgm:pt>
    <dgm:pt modelId="{AAC53736-8ED1-4AFD-922C-56344FBC3EE7}">
      <dgm:prSet/>
      <dgm:spPr/>
      <dgm:t>
        <a:bodyPr/>
        <a:lstStyle/>
        <a:p>
          <a:r>
            <a:rPr lang="en-US"/>
            <a:t>Certain destination corridors show disproportionately high fraud exposure</a:t>
          </a:r>
        </a:p>
      </dgm:t>
    </dgm:pt>
    <dgm:pt modelId="{F2F01766-2115-45EE-B4C2-8EC86F37EDA0}" type="parTrans" cxnId="{E75CA0BE-C339-4A56-A470-96793D649612}">
      <dgm:prSet/>
      <dgm:spPr/>
      <dgm:t>
        <a:bodyPr/>
        <a:lstStyle/>
        <a:p>
          <a:endParaRPr lang="en-US"/>
        </a:p>
      </dgm:t>
    </dgm:pt>
    <dgm:pt modelId="{F2F271F5-3195-413D-BE95-62805F78A1B5}" type="sibTrans" cxnId="{E75CA0BE-C339-4A56-A470-96793D649612}">
      <dgm:prSet/>
      <dgm:spPr/>
      <dgm:t>
        <a:bodyPr/>
        <a:lstStyle/>
        <a:p>
          <a:endParaRPr lang="en-US"/>
        </a:p>
      </dgm:t>
    </dgm:pt>
    <dgm:pt modelId="{4E65C580-89BD-4C6B-AED6-CB98C87943C7}">
      <dgm:prSet/>
      <dgm:spPr/>
      <dgm:t>
        <a:bodyPr/>
        <a:lstStyle/>
        <a:p>
          <a:r>
            <a:rPr lang="en-US"/>
            <a:t>Home Country Risk profile</a:t>
          </a:r>
        </a:p>
      </dgm:t>
    </dgm:pt>
    <dgm:pt modelId="{A03BC240-472A-43A2-9C33-2D746D08D1E2}" type="parTrans" cxnId="{EB08993C-3D23-4441-953B-CF3237CE2657}">
      <dgm:prSet/>
      <dgm:spPr/>
      <dgm:t>
        <a:bodyPr/>
        <a:lstStyle/>
        <a:p>
          <a:endParaRPr lang="en-US"/>
        </a:p>
      </dgm:t>
    </dgm:pt>
    <dgm:pt modelId="{95660809-73CB-4FD1-BC41-93502CDB0597}" type="sibTrans" cxnId="{EB08993C-3D23-4441-953B-CF3237CE2657}">
      <dgm:prSet/>
      <dgm:spPr/>
      <dgm:t>
        <a:bodyPr/>
        <a:lstStyle/>
        <a:p>
          <a:endParaRPr lang="en-US"/>
        </a:p>
      </dgm:t>
    </dgm:pt>
    <dgm:pt modelId="{4D476703-833B-41B7-8FBF-FA4FEF67A4E6}">
      <dgm:prSet/>
      <dgm:spPr/>
      <dgm:t>
        <a:bodyPr/>
        <a:lstStyle/>
        <a:p>
          <a:r>
            <a:rPr lang="en-US"/>
            <a:t>Fraud risk varies significantly by account origin </a:t>
          </a:r>
        </a:p>
      </dgm:t>
    </dgm:pt>
    <dgm:pt modelId="{506A0583-5FAE-426D-AA67-409922A46A25}" type="parTrans" cxnId="{83AA6A88-AB0F-4CA9-ACD2-26E813909C2B}">
      <dgm:prSet/>
      <dgm:spPr/>
      <dgm:t>
        <a:bodyPr/>
        <a:lstStyle/>
        <a:p>
          <a:endParaRPr lang="en-US"/>
        </a:p>
      </dgm:t>
    </dgm:pt>
    <dgm:pt modelId="{AB1F99EC-593E-4BB7-8C95-0C157FA8DDE1}" type="sibTrans" cxnId="{83AA6A88-AB0F-4CA9-ACD2-26E813909C2B}">
      <dgm:prSet/>
      <dgm:spPr/>
      <dgm:t>
        <a:bodyPr/>
        <a:lstStyle/>
        <a:p>
          <a:endParaRPr lang="en-US"/>
        </a:p>
      </dgm:t>
    </dgm:pt>
    <dgm:pt modelId="{FA30F1D7-35D8-4138-A1B4-D97AA86D5601}">
      <dgm:prSet/>
      <dgm:spPr/>
      <dgm:t>
        <a:bodyPr/>
        <a:lstStyle/>
        <a:p>
          <a:r>
            <a:rPr lang="en-US"/>
            <a:t>Reflects jurisdictional and regional risk patterns</a:t>
          </a:r>
        </a:p>
      </dgm:t>
    </dgm:pt>
    <dgm:pt modelId="{FC18FB02-F814-41BA-896E-F2484D144B0C}" type="parTrans" cxnId="{B1EED886-2154-44B4-96F2-4F4B5F0FA5E9}">
      <dgm:prSet/>
      <dgm:spPr/>
      <dgm:t>
        <a:bodyPr/>
        <a:lstStyle/>
        <a:p>
          <a:endParaRPr lang="en-US"/>
        </a:p>
      </dgm:t>
    </dgm:pt>
    <dgm:pt modelId="{BFD0832E-7064-4010-90BE-7225D96F173F}" type="sibTrans" cxnId="{B1EED886-2154-44B4-96F2-4F4B5F0FA5E9}">
      <dgm:prSet/>
      <dgm:spPr/>
      <dgm:t>
        <a:bodyPr/>
        <a:lstStyle/>
        <a:p>
          <a:endParaRPr lang="en-US"/>
        </a:p>
      </dgm:t>
    </dgm:pt>
    <dgm:pt modelId="{4C52675E-BEBE-4FDF-BACF-341A62703D8D}">
      <dgm:prSet/>
      <dgm:spPr/>
      <dgm:t>
        <a:bodyPr/>
        <a:lstStyle/>
        <a:p>
          <a:r>
            <a:rPr lang="en-US"/>
            <a:t>Source Currency Risk</a:t>
          </a:r>
        </a:p>
      </dgm:t>
    </dgm:pt>
    <dgm:pt modelId="{F1C1D886-D749-4E75-A781-3EC4A2A20F89}" type="parTrans" cxnId="{7999AFA2-BA60-4C66-90D4-DA846FD54B26}">
      <dgm:prSet/>
      <dgm:spPr/>
      <dgm:t>
        <a:bodyPr/>
        <a:lstStyle/>
        <a:p>
          <a:endParaRPr lang="en-US"/>
        </a:p>
      </dgm:t>
    </dgm:pt>
    <dgm:pt modelId="{6E57D266-2BA7-4FE5-8605-942E52423CA2}" type="sibTrans" cxnId="{7999AFA2-BA60-4C66-90D4-DA846FD54B26}">
      <dgm:prSet/>
      <dgm:spPr/>
      <dgm:t>
        <a:bodyPr/>
        <a:lstStyle/>
        <a:p>
          <a:endParaRPr lang="en-US"/>
        </a:p>
      </dgm:t>
    </dgm:pt>
    <dgm:pt modelId="{F0D7317A-8279-4855-959D-1786F100D94D}">
      <dgm:prSet/>
      <dgm:spPr/>
      <dgm:t>
        <a:bodyPr/>
        <a:lstStyle/>
        <a:p>
          <a:r>
            <a:rPr lang="en-US"/>
            <a:t>Currency of funds provides strong contextual risk signals</a:t>
          </a:r>
        </a:p>
      </dgm:t>
    </dgm:pt>
    <dgm:pt modelId="{4133BC87-2D0D-4C64-871D-C4A7763E67D9}" type="parTrans" cxnId="{62EBB693-CB89-4B63-901D-F0ACC15A7377}">
      <dgm:prSet/>
      <dgm:spPr/>
      <dgm:t>
        <a:bodyPr/>
        <a:lstStyle/>
        <a:p>
          <a:endParaRPr lang="en-US"/>
        </a:p>
      </dgm:t>
    </dgm:pt>
    <dgm:pt modelId="{4A77636D-5E46-4081-8748-DD2B202769DE}" type="sibTrans" cxnId="{62EBB693-CB89-4B63-901D-F0ACC15A7377}">
      <dgm:prSet/>
      <dgm:spPr/>
      <dgm:t>
        <a:bodyPr/>
        <a:lstStyle/>
        <a:p>
          <a:endParaRPr lang="en-US"/>
        </a:p>
      </dgm:t>
    </dgm:pt>
    <dgm:pt modelId="{1C32EB05-720E-48FA-A709-6D2CDDFFA6A7}">
      <dgm:prSet/>
      <dgm:spPr/>
      <dgm:t>
        <a:bodyPr/>
        <a:lstStyle/>
        <a:p>
          <a:r>
            <a:rPr lang="en-US"/>
            <a:t>Some currencies are more frequently associated with fraudulent activity</a:t>
          </a:r>
        </a:p>
      </dgm:t>
    </dgm:pt>
    <dgm:pt modelId="{1848C026-1E49-4DEA-B23B-C911D6D46A85}" type="parTrans" cxnId="{850EB71F-1912-4A17-9277-E309F8E32A55}">
      <dgm:prSet/>
      <dgm:spPr/>
      <dgm:t>
        <a:bodyPr/>
        <a:lstStyle/>
        <a:p>
          <a:endParaRPr lang="en-US"/>
        </a:p>
      </dgm:t>
    </dgm:pt>
    <dgm:pt modelId="{E27EE6F3-09E5-4256-804E-24C4F2A0CB1C}" type="sibTrans" cxnId="{850EB71F-1912-4A17-9277-E309F8E32A55}">
      <dgm:prSet/>
      <dgm:spPr/>
      <dgm:t>
        <a:bodyPr/>
        <a:lstStyle/>
        <a:p>
          <a:endParaRPr lang="en-US"/>
        </a:p>
      </dgm:t>
    </dgm:pt>
    <dgm:pt modelId="{9FB0C102-1DBB-4F80-8307-290EFDF8C945}">
      <dgm:prSet/>
      <dgm:spPr/>
      <dgm:t>
        <a:bodyPr/>
        <a:lstStyle/>
        <a:p>
          <a:r>
            <a:rPr lang="en-US"/>
            <a:t>Device Trust score</a:t>
          </a:r>
        </a:p>
      </dgm:t>
    </dgm:pt>
    <dgm:pt modelId="{E58C7914-1E3E-47E6-A98C-4A089F82D4A5}" type="parTrans" cxnId="{0DC7A422-4835-40B8-8DE5-735FD6DF02F7}">
      <dgm:prSet/>
      <dgm:spPr/>
      <dgm:t>
        <a:bodyPr/>
        <a:lstStyle/>
        <a:p>
          <a:endParaRPr lang="en-US"/>
        </a:p>
      </dgm:t>
    </dgm:pt>
    <dgm:pt modelId="{6547B7B7-DEEC-4AE8-9CD9-98B907F88C44}" type="sibTrans" cxnId="{0DC7A422-4835-40B8-8DE5-735FD6DF02F7}">
      <dgm:prSet/>
      <dgm:spPr/>
      <dgm:t>
        <a:bodyPr/>
        <a:lstStyle/>
        <a:p>
          <a:endParaRPr lang="en-US"/>
        </a:p>
      </dgm:t>
    </dgm:pt>
    <dgm:pt modelId="{D28AA2DA-C415-4360-AD80-F7A5BA9D963A}">
      <dgm:prSet/>
      <dgm:spPr/>
      <dgm:t>
        <a:bodyPr/>
        <a:lstStyle/>
        <a:p>
          <a:r>
            <a:rPr lang="en-US"/>
            <a:t>Low device trust strongly correlates with fraud</a:t>
          </a:r>
        </a:p>
      </dgm:t>
    </dgm:pt>
    <dgm:pt modelId="{4444292B-E173-49E7-9B8A-712B26DDED68}" type="parTrans" cxnId="{A2E04775-58E5-4986-8BCF-05BA2430114C}">
      <dgm:prSet/>
      <dgm:spPr/>
      <dgm:t>
        <a:bodyPr/>
        <a:lstStyle/>
        <a:p>
          <a:endParaRPr lang="en-US"/>
        </a:p>
      </dgm:t>
    </dgm:pt>
    <dgm:pt modelId="{22995304-440E-463F-A094-11E110DC5643}" type="sibTrans" cxnId="{A2E04775-58E5-4986-8BCF-05BA2430114C}">
      <dgm:prSet/>
      <dgm:spPr/>
      <dgm:t>
        <a:bodyPr/>
        <a:lstStyle/>
        <a:p>
          <a:endParaRPr lang="en-US"/>
        </a:p>
      </dgm:t>
    </dgm:pt>
    <dgm:pt modelId="{E2B7D88E-9D3C-43C8-A1F3-94924E06D7C7}">
      <dgm:prSet/>
      <dgm:spPr/>
      <dgm:t>
        <a:bodyPr/>
        <a:lstStyle/>
        <a:p>
          <a:r>
            <a:rPr lang="en-US"/>
            <a:t>Device Risk Signals</a:t>
          </a:r>
        </a:p>
      </dgm:t>
    </dgm:pt>
    <dgm:pt modelId="{83BD0F55-3A08-4717-B84B-5F192C20E031}" type="parTrans" cxnId="{E90A5BA0-69E0-4AE1-A642-4C9D02D7E310}">
      <dgm:prSet/>
      <dgm:spPr/>
      <dgm:t>
        <a:bodyPr/>
        <a:lstStyle/>
        <a:p>
          <a:endParaRPr lang="en-US"/>
        </a:p>
      </dgm:t>
    </dgm:pt>
    <dgm:pt modelId="{7ECC38F3-BD7B-4EF7-B6F2-BF7ACF5DBF94}" type="sibTrans" cxnId="{E90A5BA0-69E0-4AE1-A642-4C9D02D7E310}">
      <dgm:prSet/>
      <dgm:spPr/>
      <dgm:t>
        <a:bodyPr/>
        <a:lstStyle/>
        <a:p>
          <a:endParaRPr lang="en-US"/>
        </a:p>
      </dgm:t>
    </dgm:pt>
    <dgm:pt modelId="{8E7E7738-ECAE-4468-A294-4639A421B9C0}">
      <dgm:prSet/>
      <dgm:spPr/>
      <dgm:t>
        <a:bodyPr/>
        <a:lstStyle/>
        <a:p>
          <a:r>
            <a:rPr lang="en-US"/>
            <a:t>Elevated device risk flags contribute meaningfully to fraud detection</a:t>
          </a:r>
        </a:p>
      </dgm:t>
    </dgm:pt>
    <dgm:pt modelId="{C5BBFF60-CA1F-4DFF-B14F-7B6EF12FF63F}" type="parTrans" cxnId="{C3DEA8A4-7075-4057-B853-C4EB9EDB66BF}">
      <dgm:prSet/>
      <dgm:spPr/>
      <dgm:t>
        <a:bodyPr/>
        <a:lstStyle/>
        <a:p>
          <a:endParaRPr lang="en-US"/>
        </a:p>
      </dgm:t>
    </dgm:pt>
    <dgm:pt modelId="{CCDC6300-8E76-49A8-93EF-D9A5620853F7}" type="sibTrans" cxnId="{C3DEA8A4-7075-4057-B853-C4EB9EDB66BF}">
      <dgm:prSet/>
      <dgm:spPr/>
      <dgm:t>
        <a:bodyPr/>
        <a:lstStyle/>
        <a:p>
          <a:endParaRPr lang="en-US"/>
        </a:p>
      </dgm:t>
    </dgm:pt>
    <dgm:pt modelId="{F1C4E26B-7B18-CE4A-890D-622DB8B47897}" type="pres">
      <dgm:prSet presAssocID="{6B72A134-8E6C-4C5A-8FFE-0652F56B2ED8}" presName="Name0" presStyleCnt="0">
        <dgm:presLayoutVars>
          <dgm:dir/>
          <dgm:animLvl val="lvl"/>
          <dgm:resizeHandles val="exact"/>
        </dgm:presLayoutVars>
      </dgm:prSet>
      <dgm:spPr/>
    </dgm:pt>
    <dgm:pt modelId="{41A14AF9-829E-DB47-BC89-38EFB8D0E660}" type="pres">
      <dgm:prSet presAssocID="{22D07565-3859-4440-8E8F-8F021010AA49}" presName="linNode" presStyleCnt="0"/>
      <dgm:spPr/>
    </dgm:pt>
    <dgm:pt modelId="{94E7B96D-BE82-4648-874C-51A2746C1D47}" type="pres">
      <dgm:prSet presAssocID="{22D07565-3859-4440-8E8F-8F021010AA49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CCC36E58-CDC9-4249-BACD-8BADE21720C4}" type="pres">
      <dgm:prSet presAssocID="{22D07565-3859-4440-8E8F-8F021010AA49}" presName="descendantText" presStyleLbl="alignAccFollowNode1" presStyleIdx="0" presStyleCnt="5">
        <dgm:presLayoutVars>
          <dgm:bulletEnabled/>
        </dgm:presLayoutVars>
      </dgm:prSet>
      <dgm:spPr/>
    </dgm:pt>
    <dgm:pt modelId="{E525D2AB-52E2-0D45-BC81-60516DC5334A}" type="pres">
      <dgm:prSet presAssocID="{3D8442BB-A3DE-4220-8077-238EF2A22B7B}" presName="sp" presStyleCnt="0"/>
      <dgm:spPr/>
    </dgm:pt>
    <dgm:pt modelId="{D97C17B8-FF6C-524F-98C1-E331C5D91C9B}" type="pres">
      <dgm:prSet presAssocID="{4E65C580-89BD-4C6B-AED6-CB98C87943C7}" presName="linNode" presStyleCnt="0"/>
      <dgm:spPr/>
    </dgm:pt>
    <dgm:pt modelId="{4E2277DD-0323-1146-AC9D-F7A62F6D230F}" type="pres">
      <dgm:prSet presAssocID="{4E65C580-89BD-4C6B-AED6-CB98C87943C7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737BF861-E6B7-E144-B2C9-B67AA87355A2}" type="pres">
      <dgm:prSet presAssocID="{4E65C580-89BD-4C6B-AED6-CB98C87943C7}" presName="descendantText" presStyleLbl="alignAccFollowNode1" presStyleIdx="1" presStyleCnt="5">
        <dgm:presLayoutVars>
          <dgm:bulletEnabled/>
        </dgm:presLayoutVars>
      </dgm:prSet>
      <dgm:spPr/>
    </dgm:pt>
    <dgm:pt modelId="{EAE6EA0F-1254-B14D-9027-5BCC5B762CF9}" type="pres">
      <dgm:prSet presAssocID="{95660809-73CB-4FD1-BC41-93502CDB0597}" presName="sp" presStyleCnt="0"/>
      <dgm:spPr/>
    </dgm:pt>
    <dgm:pt modelId="{4F39FB4F-8647-C440-8EA5-EFAC6B2DEC53}" type="pres">
      <dgm:prSet presAssocID="{4C52675E-BEBE-4FDF-BACF-341A62703D8D}" presName="linNode" presStyleCnt="0"/>
      <dgm:spPr/>
    </dgm:pt>
    <dgm:pt modelId="{B411A925-5561-C347-A5AC-5538812D73E3}" type="pres">
      <dgm:prSet presAssocID="{4C52675E-BEBE-4FDF-BACF-341A62703D8D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D9BD7273-3AA1-BB42-AFD8-6EB87229410C}" type="pres">
      <dgm:prSet presAssocID="{4C52675E-BEBE-4FDF-BACF-341A62703D8D}" presName="descendantText" presStyleLbl="alignAccFollowNode1" presStyleIdx="2" presStyleCnt="5">
        <dgm:presLayoutVars>
          <dgm:bulletEnabled/>
        </dgm:presLayoutVars>
      </dgm:prSet>
      <dgm:spPr/>
    </dgm:pt>
    <dgm:pt modelId="{0CCF1BB2-C27B-0B43-A3B8-9558339403FE}" type="pres">
      <dgm:prSet presAssocID="{6E57D266-2BA7-4FE5-8605-942E52423CA2}" presName="sp" presStyleCnt="0"/>
      <dgm:spPr/>
    </dgm:pt>
    <dgm:pt modelId="{57CB1D66-E21B-DD41-9D13-0BF86DD41BAB}" type="pres">
      <dgm:prSet presAssocID="{9FB0C102-1DBB-4F80-8307-290EFDF8C945}" presName="linNode" presStyleCnt="0"/>
      <dgm:spPr/>
    </dgm:pt>
    <dgm:pt modelId="{8AD6B50B-AFCC-E645-9ACC-28942F712D56}" type="pres">
      <dgm:prSet presAssocID="{9FB0C102-1DBB-4F80-8307-290EFDF8C945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5782AC8A-900F-B744-8CD5-B5B56217DE47}" type="pres">
      <dgm:prSet presAssocID="{9FB0C102-1DBB-4F80-8307-290EFDF8C945}" presName="descendantText" presStyleLbl="alignAccFollowNode1" presStyleIdx="3" presStyleCnt="5">
        <dgm:presLayoutVars>
          <dgm:bulletEnabled/>
        </dgm:presLayoutVars>
      </dgm:prSet>
      <dgm:spPr/>
    </dgm:pt>
    <dgm:pt modelId="{F89A05BF-C259-C443-999D-0E9ED838ED4C}" type="pres">
      <dgm:prSet presAssocID="{6547B7B7-DEEC-4AE8-9CD9-98B907F88C44}" presName="sp" presStyleCnt="0"/>
      <dgm:spPr/>
    </dgm:pt>
    <dgm:pt modelId="{5A493BE5-F8EE-3B4C-91CB-7C8AEC5262B4}" type="pres">
      <dgm:prSet presAssocID="{E2B7D88E-9D3C-43C8-A1F3-94924E06D7C7}" presName="linNode" presStyleCnt="0"/>
      <dgm:spPr/>
    </dgm:pt>
    <dgm:pt modelId="{8DC39A43-25C2-644B-BD7C-BCEFB3BDE06B}" type="pres">
      <dgm:prSet presAssocID="{E2B7D88E-9D3C-43C8-A1F3-94924E06D7C7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94C81E29-EA2D-5043-B9C3-B98F29585659}" type="pres">
      <dgm:prSet presAssocID="{E2B7D88E-9D3C-43C8-A1F3-94924E06D7C7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4F27C31A-366F-344D-A0AA-99BF6D03E284}" type="presOf" srcId="{FA30F1D7-35D8-4138-A1B4-D97AA86D5601}" destId="{737BF861-E6B7-E144-B2C9-B67AA87355A2}" srcOrd="0" destOrd="1" presId="urn:microsoft.com/office/officeart/2016/7/layout/VerticalSolidActionList"/>
    <dgm:cxn modelId="{850EB71F-1912-4A17-9277-E309F8E32A55}" srcId="{4C52675E-BEBE-4FDF-BACF-341A62703D8D}" destId="{1C32EB05-720E-48FA-A709-6D2CDDFFA6A7}" srcOrd="1" destOrd="0" parTransId="{1848C026-1E49-4DEA-B23B-C911D6D46A85}" sibTransId="{E27EE6F3-09E5-4256-804E-24C4F2A0CB1C}"/>
    <dgm:cxn modelId="{0DC7A422-4835-40B8-8DE5-735FD6DF02F7}" srcId="{6B72A134-8E6C-4C5A-8FFE-0652F56B2ED8}" destId="{9FB0C102-1DBB-4F80-8307-290EFDF8C945}" srcOrd="3" destOrd="0" parTransId="{E58C7914-1E3E-47E6-A98C-4A089F82D4A5}" sibTransId="{6547B7B7-DEEC-4AE8-9CD9-98B907F88C44}"/>
    <dgm:cxn modelId="{45591623-E3D3-8E4C-907B-93AE1D393A99}" type="presOf" srcId="{6B72A134-8E6C-4C5A-8FFE-0652F56B2ED8}" destId="{F1C4E26B-7B18-CE4A-890D-622DB8B47897}" srcOrd="0" destOrd="0" presId="urn:microsoft.com/office/officeart/2016/7/layout/VerticalSolidActionList"/>
    <dgm:cxn modelId="{F6CE9335-A4EE-774F-883B-5F97BA1FA879}" type="presOf" srcId="{AAC53736-8ED1-4AFD-922C-56344FBC3EE7}" destId="{CCC36E58-CDC9-4249-BACD-8BADE21720C4}" srcOrd="0" destOrd="0" presId="urn:microsoft.com/office/officeart/2016/7/layout/VerticalSolidActionList"/>
    <dgm:cxn modelId="{EB08993C-3D23-4441-953B-CF3237CE2657}" srcId="{6B72A134-8E6C-4C5A-8FFE-0652F56B2ED8}" destId="{4E65C580-89BD-4C6B-AED6-CB98C87943C7}" srcOrd="1" destOrd="0" parTransId="{A03BC240-472A-43A2-9C33-2D746D08D1E2}" sibTransId="{95660809-73CB-4FD1-BC41-93502CDB0597}"/>
    <dgm:cxn modelId="{598BC33E-FAE2-3E46-91EC-D62881131B08}" type="presOf" srcId="{4C52675E-BEBE-4FDF-BACF-341A62703D8D}" destId="{B411A925-5561-C347-A5AC-5538812D73E3}" srcOrd="0" destOrd="0" presId="urn:microsoft.com/office/officeart/2016/7/layout/VerticalSolidActionList"/>
    <dgm:cxn modelId="{3795BE6B-D459-4442-80BD-3A285EA728D8}" type="presOf" srcId="{D28AA2DA-C415-4360-AD80-F7A5BA9D963A}" destId="{5782AC8A-900F-B744-8CD5-B5B56217DE47}" srcOrd="0" destOrd="0" presId="urn:microsoft.com/office/officeart/2016/7/layout/VerticalSolidActionList"/>
    <dgm:cxn modelId="{A2E04775-58E5-4986-8BCF-05BA2430114C}" srcId="{9FB0C102-1DBB-4F80-8307-290EFDF8C945}" destId="{D28AA2DA-C415-4360-AD80-F7A5BA9D963A}" srcOrd="0" destOrd="0" parTransId="{4444292B-E173-49E7-9B8A-712B26DDED68}" sibTransId="{22995304-440E-463F-A094-11E110DC5643}"/>
    <dgm:cxn modelId="{A2DD3077-ABAC-634F-BA00-483E94CBCBB6}" type="presOf" srcId="{4D476703-833B-41B7-8FBF-FA4FEF67A4E6}" destId="{737BF861-E6B7-E144-B2C9-B67AA87355A2}" srcOrd="0" destOrd="0" presId="urn:microsoft.com/office/officeart/2016/7/layout/VerticalSolidActionList"/>
    <dgm:cxn modelId="{B1EED886-2154-44B4-96F2-4F4B5F0FA5E9}" srcId="{4E65C580-89BD-4C6B-AED6-CB98C87943C7}" destId="{FA30F1D7-35D8-4138-A1B4-D97AA86D5601}" srcOrd="1" destOrd="0" parTransId="{FC18FB02-F814-41BA-896E-F2484D144B0C}" sibTransId="{BFD0832E-7064-4010-90BE-7225D96F173F}"/>
    <dgm:cxn modelId="{83AA6A88-AB0F-4CA9-ACD2-26E813909C2B}" srcId="{4E65C580-89BD-4C6B-AED6-CB98C87943C7}" destId="{4D476703-833B-41B7-8FBF-FA4FEF67A4E6}" srcOrd="0" destOrd="0" parTransId="{506A0583-5FAE-426D-AA67-409922A46A25}" sibTransId="{AB1F99EC-593E-4BB7-8C95-0C157FA8DDE1}"/>
    <dgm:cxn modelId="{0F18D389-78EE-794A-8211-753AE2061189}" type="presOf" srcId="{1C32EB05-720E-48FA-A709-6D2CDDFFA6A7}" destId="{D9BD7273-3AA1-BB42-AFD8-6EB87229410C}" srcOrd="0" destOrd="1" presId="urn:microsoft.com/office/officeart/2016/7/layout/VerticalSolidActionList"/>
    <dgm:cxn modelId="{A347AC8C-6A3D-2B4B-8518-A94806335063}" type="presOf" srcId="{9FB0C102-1DBB-4F80-8307-290EFDF8C945}" destId="{8AD6B50B-AFCC-E645-9ACC-28942F712D56}" srcOrd="0" destOrd="0" presId="urn:microsoft.com/office/officeart/2016/7/layout/VerticalSolidActionList"/>
    <dgm:cxn modelId="{62EBB693-CB89-4B63-901D-F0ACC15A7377}" srcId="{4C52675E-BEBE-4FDF-BACF-341A62703D8D}" destId="{F0D7317A-8279-4855-959D-1786F100D94D}" srcOrd="0" destOrd="0" parTransId="{4133BC87-2D0D-4C64-871D-C4A7763E67D9}" sibTransId="{4A77636D-5E46-4081-8748-DD2B202769DE}"/>
    <dgm:cxn modelId="{15AD1096-861A-444B-BC24-A2F20CC8679D}" type="presOf" srcId="{F0D7317A-8279-4855-959D-1786F100D94D}" destId="{D9BD7273-3AA1-BB42-AFD8-6EB87229410C}" srcOrd="0" destOrd="0" presId="urn:microsoft.com/office/officeart/2016/7/layout/VerticalSolidActionList"/>
    <dgm:cxn modelId="{E90A5BA0-69E0-4AE1-A642-4C9D02D7E310}" srcId="{6B72A134-8E6C-4C5A-8FFE-0652F56B2ED8}" destId="{E2B7D88E-9D3C-43C8-A1F3-94924E06D7C7}" srcOrd="4" destOrd="0" parTransId="{83BD0F55-3A08-4717-B84B-5F192C20E031}" sibTransId="{7ECC38F3-BD7B-4EF7-B6F2-BF7ACF5DBF94}"/>
    <dgm:cxn modelId="{7999AFA2-BA60-4C66-90D4-DA846FD54B26}" srcId="{6B72A134-8E6C-4C5A-8FFE-0652F56B2ED8}" destId="{4C52675E-BEBE-4FDF-BACF-341A62703D8D}" srcOrd="2" destOrd="0" parTransId="{F1C1D886-D749-4E75-A781-3EC4A2A20F89}" sibTransId="{6E57D266-2BA7-4FE5-8605-942E52423CA2}"/>
    <dgm:cxn modelId="{C3DEA8A4-7075-4057-B853-C4EB9EDB66BF}" srcId="{E2B7D88E-9D3C-43C8-A1F3-94924E06D7C7}" destId="{8E7E7738-ECAE-4468-A294-4639A421B9C0}" srcOrd="0" destOrd="0" parTransId="{C5BBFF60-CA1F-4DFF-B14F-7B6EF12FF63F}" sibTransId="{CCDC6300-8E76-49A8-93EF-D9A5620853F7}"/>
    <dgm:cxn modelId="{944F58BC-359D-5546-9320-D5913537A5FC}" type="presOf" srcId="{4E65C580-89BD-4C6B-AED6-CB98C87943C7}" destId="{4E2277DD-0323-1146-AC9D-F7A62F6D230F}" srcOrd="0" destOrd="0" presId="urn:microsoft.com/office/officeart/2016/7/layout/VerticalSolidActionList"/>
    <dgm:cxn modelId="{E75CA0BE-C339-4A56-A470-96793D649612}" srcId="{22D07565-3859-4440-8E8F-8F021010AA49}" destId="{AAC53736-8ED1-4AFD-922C-56344FBC3EE7}" srcOrd="0" destOrd="0" parTransId="{F2F01766-2115-45EE-B4C2-8EC86F37EDA0}" sibTransId="{F2F271F5-3195-413D-BE95-62805F78A1B5}"/>
    <dgm:cxn modelId="{F62FA2D0-88FA-F84A-BF35-373CD2B93F20}" type="presOf" srcId="{E2B7D88E-9D3C-43C8-A1F3-94924E06D7C7}" destId="{8DC39A43-25C2-644B-BD7C-BCEFB3BDE06B}" srcOrd="0" destOrd="0" presId="urn:microsoft.com/office/officeart/2016/7/layout/VerticalSolidActionList"/>
    <dgm:cxn modelId="{416307DE-D313-E744-A11E-1DA6A4324DBA}" type="presOf" srcId="{8E7E7738-ECAE-4468-A294-4639A421B9C0}" destId="{94C81E29-EA2D-5043-B9C3-B98F29585659}" srcOrd="0" destOrd="0" presId="urn:microsoft.com/office/officeart/2016/7/layout/VerticalSolidActionList"/>
    <dgm:cxn modelId="{5C7C45E7-32DD-424D-84B2-57B7CA6BC6B3}" srcId="{6B72A134-8E6C-4C5A-8FFE-0652F56B2ED8}" destId="{22D07565-3859-4440-8E8F-8F021010AA49}" srcOrd="0" destOrd="0" parTransId="{0771511D-104B-4E0A-BA73-257D8EB22742}" sibTransId="{3D8442BB-A3DE-4220-8077-238EF2A22B7B}"/>
    <dgm:cxn modelId="{53E426FB-446F-C14E-AC8E-4373D1838F06}" type="presOf" srcId="{22D07565-3859-4440-8E8F-8F021010AA49}" destId="{94E7B96D-BE82-4648-874C-51A2746C1D47}" srcOrd="0" destOrd="0" presId="urn:microsoft.com/office/officeart/2016/7/layout/VerticalSolidActionList"/>
    <dgm:cxn modelId="{6EB83183-3B24-2543-9AC9-AF70A1D6999F}" type="presParOf" srcId="{F1C4E26B-7B18-CE4A-890D-622DB8B47897}" destId="{41A14AF9-829E-DB47-BC89-38EFB8D0E660}" srcOrd="0" destOrd="0" presId="urn:microsoft.com/office/officeart/2016/7/layout/VerticalSolidActionList"/>
    <dgm:cxn modelId="{9AB0A8E1-BB07-6943-9E0F-157875C8874D}" type="presParOf" srcId="{41A14AF9-829E-DB47-BC89-38EFB8D0E660}" destId="{94E7B96D-BE82-4648-874C-51A2746C1D47}" srcOrd="0" destOrd="0" presId="urn:microsoft.com/office/officeart/2016/7/layout/VerticalSolidActionList"/>
    <dgm:cxn modelId="{5954F1D5-5DC8-404C-8486-C489463DC4C3}" type="presParOf" srcId="{41A14AF9-829E-DB47-BC89-38EFB8D0E660}" destId="{CCC36E58-CDC9-4249-BACD-8BADE21720C4}" srcOrd="1" destOrd="0" presId="urn:microsoft.com/office/officeart/2016/7/layout/VerticalSolidActionList"/>
    <dgm:cxn modelId="{0B0A1508-2F09-E641-A53B-9C3830BF02C3}" type="presParOf" srcId="{F1C4E26B-7B18-CE4A-890D-622DB8B47897}" destId="{E525D2AB-52E2-0D45-BC81-60516DC5334A}" srcOrd="1" destOrd="0" presId="urn:microsoft.com/office/officeart/2016/7/layout/VerticalSolidActionList"/>
    <dgm:cxn modelId="{67CE48AC-A1B8-2C44-9F79-C51173E3B3B2}" type="presParOf" srcId="{F1C4E26B-7B18-CE4A-890D-622DB8B47897}" destId="{D97C17B8-FF6C-524F-98C1-E331C5D91C9B}" srcOrd="2" destOrd="0" presId="urn:microsoft.com/office/officeart/2016/7/layout/VerticalSolidActionList"/>
    <dgm:cxn modelId="{6FBDC2E6-80F4-544A-81ED-8B5B60F612D1}" type="presParOf" srcId="{D97C17B8-FF6C-524F-98C1-E331C5D91C9B}" destId="{4E2277DD-0323-1146-AC9D-F7A62F6D230F}" srcOrd="0" destOrd="0" presId="urn:microsoft.com/office/officeart/2016/7/layout/VerticalSolidActionList"/>
    <dgm:cxn modelId="{6478CADB-90A9-1244-BBAB-75386741D2AD}" type="presParOf" srcId="{D97C17B8-FF6C-524F-98C1-E331C5D91C9B}" destId="{737BF861-E6B7-E144-B2C9-B67AA87355A2}" srcOrd="1" destOrd="0" presId="urn:microsoft.com/office/officeart/2016/7/layout/VerticalSolidActionList"/>
    <dgm:cxn modelId="{9EBE704B-9F74-A544-B644-C6AD0034EF4E}" type="presParOf" srcId="{F1C4E26B-7B18-CE4A-890D-622DB8B47897}" destId="{EAE6EA0F-1254-B14D-9027-5BCC5B762CF9}" srcOrd="3" destOrd="0" presId="urn:microsoft.com/office/officeart/2016/7/layout/VerticalSolidActionList"/>
    <dgm:cxn modelId="{5EB86490-93B3-F14F-9D91-564AB3412C96}" type="presParOf" srcId="{F1C4E26B-7B18-CE4A-890D-622DB8B47897}" destId="{4F39FB4F-8647-C440-8EA5-EFAC6B2DEC53}" srcOrd="4" destOrd="0" presId="urn:microsoft.com/office/officeart/2016/7/layout/VerticalSolidActionList"/>
    <dgm:cxn modelId="{974097A2-6C29-F94F-B94A-AD25D072F281}" type="presParOf" srcId="{4F39FB4F-8647-C440-8EA5-EFAC6B2DEC53}" destId="{B411A925-5561-C347-A5AC-5538812D73E3}" srcOrd="0" destOrd="0" presId="urn:microsoft.com/office/officeart/2016/7/layout/VerticalSolidActionList"/>
    <dgm:cxn modelId="{FF4FA58D-837A-574B-A74C-0796F2DC8BF6}" type="presParOf" srcId="{4F39FB4F-8647-C440-8EA5-EFAC6B2DEC53}" destId="{D9BD7273-3AA1-BB42-AFD8-6EB87229410C}" srcOrd="1" destOrd="0" presId="urn:microsoft.com/office/officeart/2016/7/layout/VerticalSolidActionList"/>
    <dgm:cxn modelId="{109C2F69-E58C-9E43-9517-501E94A4517D}" type="presParOf" srcId="{F1C4E26B-7B18-CE4A-890D-622DB8B47897}" destId="{0CCF1BB2-C27B-0B43-A3B8-9558339403FE}" srcOrd="5" destOrd="0" presId="urn:microsoft.com/office/officeart/2016/7/layout/VerticalSolidActionList"/>
    <dgm:cxn modelId="{39D40418-1EFF-C644-A1AC-57EFC463BAFF}" type="presParOf" srcId="{F1C4E26B-7B18-CE4A-890D-622DB8B47897}" destId="{57CB1D66-E21B-DD41-9D13-0BF86DD41BAB}" srcOrd="6" destOrd="0" presId="urn:microsoft.com/office/officeart/2016/7/layout/VerticalSolidActionList"/>
    <dgm:cxn modelId="{8F2BF2E5-CE9E-5E44-83A4-9EBE522BB4B0}" type="presParOf" srcId="{57CB1D66-E21B-DD41-9D13-0BF86DD41BAB}" destId="{8AD6B50B-AFCC-E645-9ACC-28942F712D56}" srcOrd="0" destOrd="0" presId="urn:microsoft.com/office/officeart/2016/7/layout/VerticalSolidActionList"/>
    <dgm:cxn modelId="{204ACC2D-9F85-3344-9B86-EC38470B9FDD}" type="presParOf" srcId="{57CB1D66-E21B-DD41-9D13-0BF86DD41BAB}" destId="{5782AC8A-900F-B744-8CD5-B5B56217DE47}" srcOrd="1" destOrd="0" presId="urn:microsoft.com/office/officeart/2016/7/layout/VerticalSolidActionList"/>
    <dgm:cxn modelId="{798F4025-E42D-2D42-AFC3-07ADA008A1D6}" type="presParOf" srcId="{F1C4E26B-7B18-CE4A-890D-622DB8B47897}" destId="{F89A05BF-C259-C443-999D-0E9ED838ED4C}" srcOrd="7" destOrd="0" presId="urn:microsoft.com/office/officeart/2016/7/layout/VerticalSolidActionList"/>
    <dgm:cxn modelId="{8BF7EF35-A8BB-EB4D-81D7-9D8A561E5E88}" type="presParOf" srcId="{F1C4E26B-7B18-CE4A-890D-622DB8B47897}" destId="{5A493BE5-F8EE-3B4C-91CB-7C8AEC5262B4}" srcOrd="8" destOrd="0" presId="urn:microsoft.com/office/officeart/2016/7/layout/VerticalSolidActionList"/>
    <dgm:cxn modelId="{C505B358-8422-5944-B12A-3E6C484E6805}" type="presParOf" srcId="{5A493BE5-F8EE-3B4C-91CB-7C8AEC5262B4}" destId="{8DC39A43-25C2-644B-BD7C-BCEFB3BDE06B}" srcOrd="0" destOrd="0" presId="urn:microsoft.com/office/officeart/2016/7/layout/VerticalSolidActionList"/>
    <dgm:cxn modelId="{51CFC6FF-5E89-AD4D-B1BB-D50210FA3EF6}" type="presParOf" srcId="{5A493BE5-F8EE-3B4C-91CB-7C8AEC5262B4}" destId="{94C81E29-EA2D-5043-B9C3-B98F2958565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6DA6228-2ED4-476F-9C2B-B55C4447EDC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705C22-0A7A-4076-AEDD-A3FCB8616C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Apply stricter velocity limits for new accounts</a:t>
          </a:r>
          <a:br>
            <a:rPr lang="en-US"/>
          </a:br>
          <a:r>
            <a:rPr lang="en-US"/>
            <a:t>Prioritize enhanced controls during the first 90 days of account life, where fraud risk is most concentrated.</a:t>
          </a:r>
        </a:p>
      </dgm:t>
    </dgm:pt>
    <dgm:pt modelId="{523C8586-F14E-4E87-B354-9F7CA6C282D0}" type="parTrans" cxnId="{1E7F53E0-D155-427A-B32F-DE736FECCD8E}">
      <dgm:prSet/>
      <dgm:spPr/>
      <dgm:t>
        <a:bodyPr/>
        <a:lstStyle/>
        <a:p>
          <a:endParaRPr lang="en-US"/>
        </a:p>
      </dgm:t>
    </dgm:pt>
    <dgm:pt modelId="{E5662A24-5BF3-46EF-8735-117C9B6058F4}" type="sibTrans" cxnId="{1E7F53E0-D155-427A-B32F-DE736FECCD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A054D43-4BD6-4C98-8920-885153140C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Introduce step-up verification for high-risk IP activity</a:t>
          </a:r>
          <a:br>
            <a:rPr lang="en-US"/>
          </a:br>
          <a:r>
            <a:rPr lang="en-US"/>
            <a:t>Trigger additional authentication or review when IP risk exceeds defined thresholds (e.g., &gt;0.7).</a:t>
          </a:r>
        </a:p>
      </dgm:t>
    </dgm:pt>
    <dgm:pt modelId="{1D4671FC-A50A-459B-A78F-17F0C9C3EF39}" type="parTrans" cxnId="{1AF8C6C0-0EED-421A-827B-A5256D46759D}">
      <dgm:prSet/>
      <dgm:spPr/>
      <dgm:t>
        <a:bodyPr/>
        <a:lstStyle/>
        <a:p>
          <a:endParaRPr lang="en-US"/>
        </a:p>
      </dgm:t>
    </dgm:pt>
    <dgm:pt modelId="{5CA678B0-9221-48B8-B71F-A8482807A05A}" type="sibTrans" cxnId="{1AF8C6C0-0EED-421A-827B-A5256D4675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2B5DFCB-CEDD-44A7-9A95-F810B06BF3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Enhance monitoring during high-risk time windows</a:t>
          </a:r>
          <a:br>
            <a:rPr lang="en-US"/>
          </a:br>
          <a:r>
            <a:rPr lang="en-US"/>
            <a:t>Increase alert sensitivity and review coverage during early morning hours (3–7 AM), when fraud risk peaks.</a:t>
          </a:r>
        </a:p>
      </dgm:t>
    </dgm:pt>
    <dgm:pt modelId="{EB824BA7-B5D9-4DA3-AA6E-21B319CBD310}" type="parTrans" cxnId="{7597B9DA-79CE-46AB-A67B-B726460F7CA7}">
      <dgm:prSet/>
      <dgm:spPr/>
      <dgm:t>
        <a:bodyPr/>
        <a:lstStyle/>
        <a:p>
          <a:endParaRPr lang="en-US"/>
        </a:p>
      </dgm:t>
    </dgm:pt>
    <dgm:pt modelId="{A9CEC8F5-09EA-44AB-A5F2-D19D30C15A22}" type="sibTrans" cxnId="{7597B9DA-79CE-46AB-A67B-B726460F7C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BDEAA0-C877-42F4-BA5F-8A2030B2C0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Implement dynamic amount thresholds based on account age</a:t>
          </a:r>
          <a:br>
            <a:rPr lang="en-US"/>
          </a:br>
          <a:r>
            <a:rPr lang="en-US"/>
            <a:t>Apply lower transaction limits and stricter review criteria for high-value transactions on newly created accounts.</a:t>
          </a:r>
        </a:p>
      </dgm:t>
    </dgm:pt>
    <dgm:pt modelId="{2775A236-A244-4691-823E-F8C73716BD0B}" type="parTrans" cxnId="{133163FF-8ECC-420F-A034-175DF34C204E}">
      <dgm:prSet/>
      <dgm:spPr/>
      <dgm:t>
        <a:bodyPr/>
        <a:lstStyle/>
        <a:p>
          <a:endParaRPr lang="en-US"/>
        </a:p>
      </dgm:t>
    </dgm:pt>
    <dgm:pt modelId="{86F070CB-E1FE-4ECB-87CC-A561C6682AB5}" type="sibTrans" cxnId="{133163FF-8ECC-420F-A034-175DF34C204E}">
      <dgm:prSet/>
      <dgm:spPr/>
      <dgm:t>
        <a:bodyPr/>
        <a:lstStyle/>
        <a:p>
          <a:endParaRPr lang="en-US"/>
        </a:p>
      </dgm:t>
    </dgm:pt>
    <dgm:pt modelId="{95EDAC67-B759-4A7D-B61B-16AFF55C584F}" type="pres">
      <dgm:prSet presAssocID="{26DA6228-2ED4-476F-9C2B-B55C4447EDCC}" presName="root" presStyleCnt="0">
        <dgm:presLayoutVars>
          <dgm:dir/>
          <dgm:resizeHandles val="exact"/>
        </dgm:presLayoutVars>
      </dgm:prSet>
      <dgm:spPr/>
    </dgm:pt>
    <dgm:pt modelId="{6267ECD2-136C-4293-83BC-E0A97B095F08}" type="pres">
      <dgm:prSet presAssocID="{26DA6228-2ED4-476F-9C2B-B55C4447EDCC}" presName="container" presStyleCnt="0">
        <dgm:presLayoutVars>
          <dgm:dir/>
          <dgm:resizeHandles val="exact"/>
        </dgm:presLayoutVars>
      </dgm:prSet>
      <dgm:spPr/>
    </dgm:pt>
    <dgm:pt modelId="{B82AE8F9-06AC-438A-90E4-3B515FA266EA}" type="pres">
      <dgm:prSet presAssocID="{44705C22-0A7A-4076-AEDD-A3FCB8616C63}" presName="compNode" presStyleCnt="0"/>
      <dgm:spPr/>
    </dgm:pt>
    <dgm:pt modelId="{072EE1F6-C2D7-4694-ADE1-0F9D588F6C3F}" type="pres">
      <dgm:prSet presAssocID="{44705C22-0A7A-4076-AEDD-A3FCB8616C63}" presName="iconBgRect" presStyleLbl="bgShp" presStyleIdx="0" presStyleCnt="4"/>
      <dgm:spPr/>
    </dgm:pt>
    <dgm:pt modelId="{A94DA938-3CFD-4C5C-9086-56B26CE3ECC9}" type="pres">
      <dgm:prSet presAssocID="{44705C22-0A7A-4076-AEDD-A3FCB8616C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6A979FE-4DA7-4B4C-B77F-20A4FE3E3CC9}" type="pres">
      <dgm:prSet presAssocID="{44705C22-0A7A-4076-AEDD-A3FCB8616C63}" presName="spaceRect" presStyleCnt="0"/>
      <dgm:spPr/>
    </dgm:pt>
    <dgm:pt modelId="{7E30EB7E-FCFA-40D5-8DF1-A062ECDEA977}" type="pres">
      <dgm:prSet presAssocID="{44705C22-0A7A-4076-AEDD-A3FCB8616C63}" presName="textRect" presStyleLbl="revTx" presStyleIdx="0" presStyleCnt="4">
        <dgm:presLayoutVars>
          <dgm:chMax val="1"/>
          <dgm:chPref val="1"/>
        </dgm:presLayoutVars>
      </dgm:prSet>
      <dgm:spPr/>
    </dgm:pt>
    <dgm:pt modelId="{58507337-041A-4ECF-AAAE-E4DEC0216487}" type="pres">
      <dgm:prSet presAssocID="{E5662A24-5BF3-46EF-8735-117C9B6058F4}" presName="sibTrans" presStyleLbl="sibTrans2D1" presStyleIdx="0" presStyleCnt="0"/>
      <dgm:spPr/>
    </dgm:pt>
    <dgm:pt modelId="{E704EAF9-1300-4326-82D8-C30D06E7BEF5}" type="pres">
      <dgm:prSet presAssocID="{AA054D43-4BD6-4C98-8920-885153140C46}" presName="compNode" presStyleCnt="0"/>
      <dgm:spPr/>
    </dgm:pt>
    <dgm:pt modelId="{FCA868E9-5445-4AD5-95CD-D656A775A2BA}" type="pres">
      <dgm:prSet presAssocID="{AA054D43-4BD6-4C98-8920-885153140C46}" presName="iconBgRect" presStyleLbl="bgShp" presStyleIdx="1" presStyleCnt="4"/>
      <dgm:spPr/>
    </dgm:pt>
    <dgm:pt modelId="{D7141D25-2B55-4648-9D0F-2E5E4AB2849B}" type="pres">
      <dgm:prSet presAssocID="{AA054D43-4BD6-4C98-8920-885153140C4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41933E4D-BA57-47D9-BB40-BE05C328046D}" type="pres">
      <dgm:prSet presAssocID="{AA054D43-4BD6-4C98-8920-885153140C46}" presName="spaceRect" presStyleCnt="0"/>
      <dgm:spPr/>
    </dgm:pt>
    <dgm:pt modelId="{EACBBD2A-0D3C-425F-B5D2-E0B621EB26E7}" type="pres">
      <dgm:prSet presAssocID="{AA054D43-4BD6-4C98-8920-885153140C46}" presName="textRect" presStyleLbl="revTx" presStyleIdx="1" presStyleCnt="4">
        <dgm:presLayoutVars>
          <dgm:chMax val="1"/>
          <dgm:chPref val="1"/>
        </dgm:presLayoutVars>
      </dgm:prSet>
      <dgm:spPr/>
    </dgm:pt>
    <dgm:pt modelId="{E3972B7C-1F5C-4934-9EA1-71B2105E3F3E}" type="pres">
      <dgm:prSet presAssocID="{5CA678B0-9221-48B8-B71F-A8482807A05A}" presName="sibTrans" presStyleLbl="sibTrans2D1" presStyleIdx="0" presStyleCnt="0"/>
      <dgm:spPr/>
    </dgm:pt>
    <dgm:pt modelId="{26B6FFFC-0C54-4D78-9D2E-580310E8BA1D}" type="pres">
      <dgm:prSet presAssocID="{D2B5DFCB-CEDD-44A7-9A95-F810B06BF395}" presName="compNode" presStyleCnt="0"/>
      <dgm:spPr/>
    </dgm:pt>
    <dgm:pt modelId="{F2CE4CA6-6281-4A91-AA50-7BF7D6F8C715}" type="pres">
      <dgm:prSet presAssocID="{D2B5DFCB-CEDD-44A7-9A95-F810B06BF395}" presName="iconBgRect" presStyleLbl="bgShp" presStyleIdx="2" presStyleCnt="4"/>
      <dgm:spPr/>
    </dgm:pt>
    <dgm:pt modelId="{CE8E428B-A665-4F2D-B74D-4B329861AE48}" type="pres">
      <dgm:prSet presAssocID="{D2B5DFCB-CEDD-44A7-9A95-F810B06BF39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D7FBA339-F2A0-4B17-A822-08B4332D7CC9}" type="pres">
      <dgm:prSet presAssocID="{D2B5DFCB-CEDD-44A7-9A95-F810B06BF395}" presName="spaceRect" presStyleCnt="0"/>
      <dgm:spPr/>
    </dgm:pt>
    <dgm:pt modelId="{35411150-32C1-46EE-A789-E50E0B353A84}" type="pres">
      <dgm:prSet presAssocID="{D2B5DFCB-CEDD-44A7-9A95-F810B06BF395}" presName="textRect" presStyleLbl="revTx" presStyleIdx="2" presStyleCnt="4">
        <dgm:presLayoutVars>
          <dgm:chMax val="1"/>
          <dgm:chPref val="1"/>
        </dgm:presLayoutVars>
      </dgm:prSet>
      <dgm:spPr/>
    </dgm:pt>
    <dgm:pt modelId="{DA79CA95-55FC-4944-9FE6-53B56282AE0A}" type="pres">
      <dgm:prSet presAssocID="{A9CEC8F5-09EA-44AB-A5F2-D19D30C15A22}" presName="sibTrans" presStyleLbl="sibTrans2D1" presStyleIdx="0" presStyleCnt="0"/>
      <dgm:spPr/>
    </dgm:pt>
    <dgm:pt modelId="{2706EFB2-99F4-4839-B8A2-02026189740F}" type="pres">
      <dgm:prSet presAssocID="{F1BDEAA0-C877-42F4-BA5F-8A2030B2C0D6}" presName="compNode" presStyleCnt="0"/>
      <dgm:spPr/>
    </dgm:pt>
    <dgm:pt modelId="{444489D3-B80B-4BA0-85D1-272805F90F76}" type="pres">
      <dgm:prSet presAssocID="{F1BDEAA0-C877-42F4-BA5F-8A2030B2C0D6}" presName="iconBgRect" presStyleLbl="bgShp" presStyleIdx="3" presStyleCnt="4"/>
      <dgm:spPr/>
    </dgm:pt>
    <dgm:pt modelId="{1F908696-855F-421B-B10C-8BE9A76E3498}" type="pres">
      <dgm:prSet presAssocID="{F1BDEAA0-C877-42F4-BA5F-8A2030B2C0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ACA6D9AE-7781-4D0E-9870-8DAB48838D6C}" type="pres">
      <dgm:prSet presAssocID="{F1BDEAA0-C877-42F4-BA5F-8A2030B2C0D6}" presName="spaceRect" presStyleCnt="0"/>
      <dgm:spPr/>
    </dgm:pt>
    <dgm:pt modelId="{24900B24-6467-4923-929F-001D3722EC07}" type="pres">
      <dgm:prSet presAssocID="{F1BDEAA0-C877-42F4-BA5F-8A2030B2C0D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7CB6844-4782-46E0-97FD-5FD765282F86}" type="presOf" srcId="{D2B5DFCB-CEDD-44A7-9A95-F810B06BF395}" destId="{35411150-32C1-46EE-A789-E50E0B353A84}" srcOrd="0" destOrd="0" presId="urn:microsoft.com/office/officeart/2018/2/layout/IconCircleList"/>
    <dgm:cxn modelId="{B4D82F6F-33FD-4DD3-B96A-72ACFB21783F}" type="presOf" srcId="{AA054D43-4BD6-4C98-8920-885153140C46}" destId="{EACBBD2A-0D3C-425F-B5D2-E0B621EB26E7}" srcOrd="0" destOrd="0" presId="urn:microsoft.com/office/officeart/2018/2/layout/IconCircleList"/>
    <dgm:cxn modelId="{93454FA2-345A-41A7-8512-84C7A4B542F9}" type="presOf" srcId="{A9CEC8F5-09EA-44AB-A5F2-D19D30C15A22}" destId="{DA79CA95-55FC-4944-9FE6-53B56282AE0A}" srcOrd="0" destOrd="0" presId="urn:microsoft.com/office/officeart/2018/2/layout/IconCircleList"/>
    <dgm:cxn modelId="{0DAF87AE-0AFB-473C-A08D-EFCE69FDC28B}" type="presOf" srcId="{E5662A24-5BF3-46EF-8735-117C9B6058F4}" destId="{58507337-041A-4ECF-AAAE-E4DEC0216487}" srcOrd="0" destOrd="0" presId="urn:microsoft.com/office/officeart/2018/2/layout/IconCircleList"/>
    <dgm:cxn modelId="{176632C0-E35B-438C-8756-A29EBD125351}" type="presOf" srcId="{5CA678B0-9221-48B8-B71F-A8482807A05A}" destId="{E3972B7C-1F5C-4934-9EA1-71B2105E3F3E}" srcOrd="0" destOrd="0" presId="urn:microsoft.com/office/officeart/2018/2/layout/IconCircleList"/>
    <dgm:cxn modelId="{1AF8C6C0-0EED-421A-827B-A5256D46759D}" srcId="{26DA6228-2ED4-476F-9C2B-B55C4447EDCC}" destId="{AA054D43-4BD6-4C98-8920-885153140C46}" srcOrd="1" destOrd="0" parTransId="{1D4671FC-A50A-459B-A78F-17F0C9C3EF39}" sibTransId="{5CA678B0-9221-48B8-B71F-A8482807A05A}"/>
    <dgm:cxn modelId="{1DE5D0C5-F4A2-460D-9F24-87A311309717}" type="presOf" srcId="{F1BDEAA0-C877-42F4-BA5F-8A2030B2C0D6}" destId="{24900B24-6467-4923-929F-001D3722EC07}" srcOrd="0" destOrd="0" presId="urn:microsoft.com/office/officeart/2018/2/layout/IconCircleList"/>
    <dgm:cxn modelId="{9A823CC8-9FF8-4E25-892A-C66DD4DA38DB}" type="presOf" srcId="{26DA6228-2ED4-476F-9C2B-B55C4447EDCC}" destId="{95EDAC67-B759-4A7D-B61B-16AFF55C584F}" srcOrd="0" destOrd="0" presId="urn:microsoft.com/office/officeart/2018/2/layout/IconCircleList"/>
    <dgm:cxn modelId="{7597B9DA-79CE-46AB-A67B-B726460F7CA7}" srcId="{26DA6228-2ED4-476F-9C2B-B55C4447EDCC}" destId="{D2B5DFCB-CEDD-44A7-9A95-F810B06BF395}" srcOrd="2" destOrd="0" parTransId="{EB824BA7-B5D9-4DA3-AA6E-21B319CBD310}" sibTransId="{A9CEC8F5-09EA-44AB-A5F2-D19D30C15A22}"/>
    <dgm:cxn modelId="{1E7F53E0-D155-427A-B32F-DE736FECCD8E}" srcId="{26DA6228-2ED4-476F-9C2B-B55C4447EDCC}" destId="{44705C22-0A7A-4076-AEDD-A3FCB8616C63}" srcOrd="0" destOrd="0" parTransId="{523C8586-F14E-4E87-B354-9F7CA6C282D0}" sibTransId="{E5662A24-5BF3-46EF-8735-117C9B6058F4}"/>
    <dgm:cxn modelId="{ECF639F2-0B90-4B76-A5F8-24D3997C2941}" type="presOf" srcId="{44705C22-0A7A-4076-AEDD-A3FCB8616C63}" destId="{7E30EB7E-FCFA-40D5-8DF1-A062ECDEA977}" srcOrd="0" destOrd="0" presId="urn:microsoft.com/office/officeart/2018/2/layout/IconCircleList"/>
    <dgm:cxn modelId="{133163FF-8ECC-420F-A034-175DF34C204E}" srcId="{26DA6228-2ED4-476F-9C2B-B55C4447EDCC}" destId="{F1BDEAA0-C877-42F4-BA5F-8A2030B2C0D6}" srcOrd="3" destOrd="0" parTransId="{2775A236-A244-4691-823E-F8C73716BD0B}" sibTransId="{86F070CB-E1FE-4ECB-87CC-A561C6682AB5}"/>
    <dgm:cxn modelId="{5A7951F0-E870-44B6-BEA8-5F275B3CD671}" type="presParOf" srcId="{95EDAC67-B759-4A7D-B61B-16AFF55C584F}" destId="{6267ECD2-136C-4293-83BC-E0A97B095F08}" srcOrd="0" destOrd="0" presId="urn:microsoft.com/office/officeart/2018/2/layout/IconCircleList"/>
    <dgm:cxn modelId="{F42954C8-607C-466A-B6A6-847FC81F4B63}" type="presParOf" srcId="{6267ECD2-136C-4293-83BC-E0A97B095F08}" destId="{B82AE8F9-06AC-438A-90E4-3B515FA266EA}" srcOrd="0" destOrd="0" presId="urn:microsoft.com/office/officeart/2018/2/layout/IconCircleList"/>
    <dgm:cxn modelId="{DEEF2C36-2828-40C7-91BD-6960627C2156}" type="presParOf" srcId="{B82AE8F9-06AC-438A-90E4-3B515FA266EA}" destId="{072EE1F6-C2D7-4694-ADE1-0F9D588F6C3F}" srcOrd="0" destOrd="0" presId="urn:microsoft.com/office/officeart/2018/2/layout/IconCircleList"/>
    <dgm:cxn modelId="{93B87356-73F1-4768-8E63-84F339DBFB76}" type="presParOf" srcId="{B82AE8F9-06AC-438A-90E4-3B515FA266EA}" destId="{A94DA938-3CFD-4C5C-9086-56B26CE3ECC9}" srcOrd="1" destOrd="0" presId="urn:microsoft.com/office/officeart/2018/2/layout/IconCircleList"/>
    <dgm:cxn modelId="{AF201D0A-0195-49CA-8BCB-FE5FDD1C963D}" type="presParOf" srcId="{B82AE8F9-06AC-438A-90E4-3B515FA266EA}" destId="{A6A979FE-4DA7-4B4C-B77F-20A4FE3E3CC9}" srcOrd="2" destOrd="0" presId="urn:microsoft.com/office/officeart/2018/2/layout/IconCircleList"/>
    <dgm:cxn modelId="{F6A728D1-F801-4830-9AE3-A369FF941938}" type="presParOf" srcId="{B82AE8F9-06AC-438A-90E4-3B515FA266EA}" destId="{7E30EB7E-FCFA-40D5-8DF1-A062ECDEA977}" srcOrd="3" destOrd="0" presId="urn:microsoft.com/office/officeart/2018/2/layout/IconCircleList"/>
    <dgm:cxn modelId="{17B31F4B-D239-47C2-8903-31697A9928FD}" type="presParOf" srcId="{6267ECD2-136C-4293-83BC-E0A97B095F08}" destId="{58507337-041A-4ECF-AAAE-E4DEC0216487}" srcOrd="1" destOrd="0" presId="urn:microsoft.com/office/officeart/2018/2/layout/IconCircleList"/>
    <dgm:cxn modelId="{61FE6203-1365-4016-8F58-8715A90D3CE3}" type="presParOf" srcId="{6267ECD2-136C-4293-83BC-E0A97B095F08}" destId="{E704EAF9-1300-4326-82D8-C30D06E7BEF5}" srcOrd="2" destOrd="0" presId="urn:microsoft.com/office/officeart/2018/2/layout/IconCircleList"/>
    <dgm:cxn modelId="{18D482F5-F35F-40B5-AE26-FDFE1B0E9CE3}" type="presParOf" srcId="{E704EAF9-1300-4326-82D8-C30D06E7BEF5}" destId="{FCA868E9-5445-4AD5-95CD-D656A775A2BA}" srcOrd="0" destOrd="0" presId="urn:microsoft.com/office/officeart/2018/2/layout/IconCircleList"/>
    <dgm:cxn modelId="{8DE4B6D4-59F0-4DD9-ABAA-31BF652B89C2}" type="presParOf" srcId="{E704EAF9-1300-4326-82D8-C30D06E7BEF5}" destId="{D7141D25-2B55-4648-9D0F-2E5E4AB2849B}" srcOrd="1" destOrd="0" presId="urn:microsoft.com/office/officeart/2018/2/layout/IconCircleList"/>
    <dgm:cxn modelId="{6549D479-B8D5-4AC7-8F6F-C34C6147499F}" type="presParOf" srcId="{E704EAF9-1300-4326-82D8-C30D06E7BEF5}" destId="{41933E4D-BA57-47D9-BB40-BE05C328046D}" srcOrd="2" destOrd="0" presId="urn:microsoft.com/office/officeart/2018/2/layout/IconCircleList"/>
    <dgm:cxn modelId="{7FE2DB4A-083C-40B0-88A3-0FA6754980CC}" type="presParOf" srcId="{E704EAF9-1300-4326-82D8-C30D06E7BEF5}" destId="{EACBBD2A-0D3C-425F-B5D2-E0B621EB26E7}" srcOrd="3" destOrd="0" presId="urn:microsoft.com/office/officeart/2018/2/layout/IconCircleList"/>
    <dgm:cxn modelId="{17E1F4B5-2EEC-4482-86FB-B062A2F1E404}" type="presParOf" srcId="{6267ECD2-136C-4293-83BC-E0A97B095F08}" destId="{E3972B7C-1F5C-4934-9EA1-71B2105E3F3E}" srcOrd="3" destOrd="0" presId="urn:microsoft.com/office/officeart/2018/2/layout/IconCircleList"/>
    <dgm:cxn modelId="{B2DFB7A3-146B-4DFB-9BBC-2172DAB7A31A}" type="presParOf" srcId="{6267ECD2-136C-4293-83BC-E0A97B095F08}" destId="{26B6FFFC-0C54-4D78-9D2E-580310E8BA1D}" srcOrd="4" destOrd="0" presId="urn:microsoft.com/office/officeart/2018/2/layout/IconCircleList"/>
    <dgm:cxn modelId="{504E465C-5022-44BF-94E1-35ADC357338B}" type="presParOf" srcId="{26B6FFFC-0C54-4D78-9D2E-580310E8BA1D}" destId="{F2CE4CA6-6281-4A91-AA50-7BF7D6F8C715}" srcOrd="0" destOrd="0" presId="urn:microsoft.com/office/officeart/2018/2/layout/IconCircleList"/>
    <dgm:cxn modelId="{F61B1154-4828-4672-8558-D7D155691F18}" type="presParOf" srcId="{26B6FFFC-0C54-4D78-9D2E-580310E8BA1D}" destId="{CE8E428B-A665-4F2D-B74D-4B329861AE48}" srcOrd="1" destOrd="0" presId="urn:microsoft.com/office/officeart/2018/2/layout/IconCircleList"/>
    <dgm:cxn modelId="{39A5E2A5-58D5-4276-854C-DAE8A8C4458D}" type="presParOf" srcId="{26B6FFFC-0C54-4D78-9D2E-580310E8BA1D}" destId="{D7FBA339-F2A0-4B17-A822-08B4332D7CC9}" srcOrd="2" destOrd="0" presId="urn:microsoft.com/office/officeart/2018/2/layout/IconCircleList"/>
    <dgm:cxn modelId="{577E4142-7527-4D90-9462-83C768137657}" type="presParOf" srcId="{26B6FFFC-0C54-4D78-9D2E-580310E8BA1D}" destId="{35411150-32C1-46EE-A789-E50E0B353A84}" srcOrd="3" destOrd="0" presId="urn:microsoft.com/office/officeart/2018/2/layout/IconCircleList"/>
    <dgm:cxn modelId="{F0DC468A-D43D-42CE-B18F-DF4791B68DCE}" type="presParOf" srcId="{6267ECD2-136C-4293-83BC-E0A97B095F08}" destId="{DA79CA95-55FC-4944-9FE6-53B56282AE0A}" srcOrd="5" destOrd="0" presId="urn:microsoft.com/office/officeart/2018/2/layout/IconCircleList"/>
    <dgm:cxn modelId="{C9996C96-DE58-4BF5-AEDF-759AA7745163}" type="presParOf" srcId="{6267ECD2-136C-4293-83BC-E0A97B095F08}" destId="{2706EFB2-99F4-4839-B8A2-02026189740F}" srcOrd="6" destOrd="0" presId="urn:microsoft.com/office/officeart/2018/2/layout/IconCircleList"/>
    <dgm:cxn modelId="{4DE2CA1E-3667-4828-BAB1-12EDA4E8903F}" type="presParOf" srcId="{2706EFB2-99F4-4839-B8A2-02026189740F}" destId="{444489D3-B80B-4BA0-85D1-272805F90F76}" srcOrd="0" destOrd="0" presId="urn:microsoft.com/office/officeart/2018/2/layout/IconCircleList"/>
    <dgm:cxn modelId="{763B1B23-F6BC-4E62-84DE-987B80DFBF31}" type="presParOf" srcId="{2706EFB2-99F4-4839-B8A2-02026189740F}" destId="{1F908696-855F-421B-B10C-8BE9A76E3498}" srcOrd="1" destOrd="0" presId="urn:microsoft.com/office/officeart/2018/2/layout/IconCircleList"/>
    <dgm:cxn modelId="{D9359026-96A0-497A-B3BE-F6710A374645}" type="presParOf" srcId="{2706EFB2-99F4-4839-B8A2-02026189740F}" destId="{ACA6D9AE-7781-4D0E-9870-8DAB48838D6C}" srcOrd="2" destOrd="0" presId="urn:microsoft.com/office/officeart/2018/2/layout/IconCircleList"/>
    <dgm:cxn modelId="{2C6E267A-2E35-4116-829D-2A079738CD8E}" type="presParOf" srcId="{2706EFB2-99F4-4839-B8A2-02026189740F}" destId="{24900B24-6467-4923-929F-001D3722EC0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7A0D211-E603-4328-AB09-DDC7A1EE3AFF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C396E4-2070-4FE8-A9CE-69192278A83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Model Persistence</a:t>
          </a:r>
          <a:endParaRPr lang="en-US"/>
        </a:p>
      </dgm:t>
    </dgm:pt>
    <dgm:pt modelId="{E930CFBD-F566-46DA-89CD-8FA9EFB77B22}" type="parTrans" cxnId="{BDB5E9E1-357C-4364-8673-B5775652C095}">
      <dgm:prSet/>
      <dgm:spPr/>
      <dgm:t>
        <a:bodyPr/>
        <a:lstStyle/>
        <a:p>
          <a:endParaRPr lang="en-US"/>
        </a:p>
      </dgm:t>
    </dgm:pt>
    <dgm:pt modelId="{18DCA6C7-B2BA-439E-84A8-0D740180C823}" type="sibTrans" cxnId="{BDB5E9E1-357C-4364-8673-B5775652C095}">
      <dgm:prSet/>
      <dgm:spPr/>
      <dgm:t>
        <a:bodyPr/>
        <a:lstStyle/>
        <a:p>
          <a:endParaRPr lang="en-US"/>
        </a:p>
      </dgm:t>
    </dgm:pt>
    <dgm:pt modelId="{70BB4D48-89EE-4A1D-A0FC-A17A25086E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final XGBoost model is serialized and versioned</a:t>
          </a:r>
        </a:p>
      </dgm:t>
    </dgm:pt>
    <dgm:pt modelId="{36FE1C82-3EC8-41DE-A4EF-1A38AA570357}" type="parTrans" cxnId="{5BE2872A-03E2-43A4-B868-B920EC4E4C35}">
      <dgm:prSet/>
      <dgm:spPr/>
      <dgm:t>
        <a:bodyPr/>
        <a:lstStyle/>
        <a:p>
          <a:endParaRPr lang="en-US"/>
        </a:p>
      </dgm:t>
    </dgm:pt>
    <dgm:pt modelId="{2B49B6E6-F807-43BC-8CC8-2B285D614E93}" type="sibTrans" cxnId="{5BE2872A-03E2-43A4-B868-B920EC4E4C35}">
      <dgm:prSet/>
      <dgm:spPr/>
      <dgm:t>
        <a:bodyPr/>
        <a:lstStyle/>
        <a:p>
          <a:endParaRPr lang="en-US"/>
        </a:p>
      </dgm:t>
    </dgm:pt>
    <dgm:pt modelId="{915BDD5B-0816-4A1A-8B49-7ACE7892AE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Enables consistent inference without retraining</a:t>
          </a:r>
        </a:p>
      </dgm:t>
    </dgm:pt>
    <dgm:pt modelId="{09BFC383-FA65-40D0-A6A1-338220A67051}" type="parTrans" cxnId="{A37097EB-E062-4F1C-AAD7-43BE95A2F4C8}">
      <dgm:prSet/>
      <dgm:spPr/>
      <dgm:t>
        <a:bodyPr/>
        <a:lstStyle/>
        <a:p>
          <a:endParaRPr lang="en-US"/>
        </a:p>
      </dgm:t>
    </dgm:pt>
    <dgm:pt modelId="{B7982E89-11B4-4C8E-B362-F2D46B6FDA59}" type="sibTrans" cxnId="{A37097EB-E062-4F1C-AAD7-43BE95A2F4C8}">
      <dgm:prSet/>
      <dgm:spPr/>
      <dgm:t>
        <a:bodyPr/>
        <a:lstStyle/>
        <a:p>
          <a:endParaRPr lang="en-US"/>
        </a:p>
      </dgm:t>
    </dgm:pt>
    <dgm:pt modelId="{C02F6930-D024-4AD8-8D11-6A3E072960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Explainability Persistence</a:t>
          </a:r>
          <a:endParaRPr lang="en-US"/>
        </a:p>
      </dgm:t>
    </dgm:pt>
    <dgm:pt modelId="{F8DFF4BA-E8E0-4798-A207-156150A721B4}" type="parTrans" cxnId="{9E9ACF8A-6B3A-4A80-BD6A-3A008D590689}">
      <dgm:prSet/>
      <dgm:spPr/>
      <dgm:t>
        <a:bodyPr/>
        <a:lstStyle/>
        <a:p>
          <a:endParaRPr lang="en-US"/>
        </a:p>
      </dgm:t>
    </dgm:pt>
    <dgm:pt modelId="{49638A9E-A5D5-47CE-A306-4A3EE3C0A405}" type="sibTrans" cxnId="{9E9ACF8A-6B3A-4A80-BD6A-3A008D590689}">
      <dgm:prSet/>
      <dgm:spPr/>
      <dgm:t>
        <a:bodyPr/>
        <a:lstStyle/>
        <a:p>
          <a:endParaRPr lang="en-US"/>
        </a:p>
      </dgm:t>
    </dgm:pt>
    <dgm:pt modelId="{DC21A6D4-53A0-445C-A287-4263EBBB3A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SHAP explainer and SHAP values are saved alongside the model</a:t>
          </a:r>
        </a:p>
      </dgm:t>
    </dgm:pt>
    <dgm:pt modelId="{40ECFA96-D0D9-459F-A9F7-295F66C67290}" type="parTrans" cxnId="{24BE3AA7-3201-45EC-99E3-8A558BE483A7}">
      <dgm:prSet/>
      <dgm:spPr/>
      <dgm:t>
        <a:bodyPr/>
        <a:lstStyle/>
        <a:p>
          <a:endParaRPr lang="en-US"/>
        </a:p>
      </dgm:t>
    </dgm:pt>
    <dgm:pt modelId="{A9061E8C-D40D-4A1C-8A98-2262CFC65916}" type="sibTrans" cxnId="{24BE3AA7-3201-45EC-99E3-8A558BE483A7}">
      <dgm:prSet/>
      <dgm:spPr/>
      <dgm:t>
        <a:bodyPr/>
        <a:lstStyle/>
        <a:p>
          <a:endParaRPr lang="en-US"/>
        </a:p>
      </dgm:t>
    </dgm:pt>
    <dgm:pt modelId="{4E6DD7C5-A21D-43A8-9902-9D493479F6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Ensures explanations remain consistent with model behavior over time</a:t>
          </a:r>
        </a:p>
      </dgm:t>
    </dgm:pt>
    <dgm:pt modelId="{518517FD-9BEA-42A2-A5A0-73E4E884C1B1}" type="parTrans" cxnId="{7E146B9E-6A70-4C1E-BE68-8893EE2BE2A8}">
      <dgm:prSet/>
      <dgm:spPr/>
      <dgm:t>
        <a:bodyPr/>
        <a:lstStyle/>
        <a:p>
          <a:endParaRPr lang="en-US"/>
        </a:p>
      </dgm:t>
    </dgm:pt>
    <dgm:pt modelId="{9869920D-A698-4A57-906C-766A2FE9290E}" type="sibTrans" cxnId="{7E146B9E-6A70-4C1E-BE68-8893EE2BE2A8}">
      <dgm:prSet/>
      <dgm:spPr/>
      <dgm:t>
        <a:bodyPr/>
        <a:lstStyle/>
        <a:p>
          <a:endParaRPr lang="en-US"/>
        </a:p>
      </dgm:t>
    </dgm:pt>
    <dgm:pt modelId="{5E1B93EF-0A67-4E82-ADF1-51C7DED73A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Explainability Artifacts</a:t>
          </a:r>
          <a:endParaRPr lang="en-US"/>
        </a:p>
      </dgm:t>
    </dgm:pt>
    <dgm:pt modelId="{EDBD1E2C-9381-467E-B652-BF88B5357C5D}" type="parTrans" cxnId="{4518AB56-4F8A-4B99-B5D7-A9FD16BCF683}">
      <dgm:prSet/>
      <dgm:spPr/>
      <dgm:t>
        <a:bodyPr/>
        <a:lstStyle/>
        <a:p>
          <a:endParaRPr lang="en-US"/>
        </a:p>
      </dgm:t>
    </dgm:pt>
    <dgm:pt modelId="{689DAAA2-F2D3-4AFE-81CD-07F9336A18D2}" type="sibTrans" cxnId="{4518AB56-4F8A-4B99-B5D7-A9FD16BCF683}">
      <dgm:prSet/>
      <dgm:spPr/>
      <dgm:t>
        <a:bodyPr/>
        <a:lstStyle/>
        <a:p>
          <a:endParaRPr lang="en-US"/>
        </a:p>
      </dgm:t>
    </dgm:pt>
    <dgm:pt modelId="{457D5FE2-0A51-4151-B32D-C76B0782B5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Reason-code mappings and feature metadata are persisted</a:t>
          </a:r>
        </a:p>
      </dgm:t>
    </dgm:pt>
    <dgm:pt modelId="{35A721A2-A7CF-4B75-A1F2-CCD63F5DF985}" type="parTrans" cxnId="{33DEFC9E-232C-4A58-B1D7-E21E751E17B0}">
      <dgm:prSet/>
      <dgm:spPr/>
      <dgm:t>
        <a:bodyPr/>
        <a:lstStyle/>
        <a:p>
          <a:endParaRPr lang="en-US"/>
        </a:p>
      </dgm:t>
    </dgm:pt>
    <dgm:pt modelId="{79A49510-D01B-4D6B-A1B2-03FB81F382B5}" type="sibTrans" cxnId="{33DEFC9E-232C-4A58-B1D7-E21E751E17B0}">
      <dgm:prSet/>
      <dgm:spPr/>
      <dgm:t>
        <a:bodyPr/>
        <a:lstStyle/>
        <a:p>
          <a:endParaRPr lang="en-US"/>
        </a:p>
      </dgm:t>
    </dgm:pt>
    <dgm:pt modelId="{ECC2B888-0EDE-4A63-A02D-40C9E230AD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transaction-level explanations, audits, and analyst review</a:t>
          </a:r>
        </a:p>
      </dgm:t>
    </dgm:pt>
    <dgm:pt modelId="{D2F9E582-6023-42EC-AE45-65AD465E877F}" type="parTrans" cxnId="{8F06E99D-A138-4F52-B33C-6B5FBE9DEDF9}">
      <dgm:prSet/>
      <dgm:spPr/>
      <dgm:t>
        <a:bodyPr/>
        <a:lstStyle/>
        <a:p>
          <a:endParaRPr lang="en-US"/>
        </a:p>
      </dgm:t>
    </dgm:pt>
    <dgm:pt modelId="{A6677534-5869-49D1-A370-A5D32A1B4AE7}" type="sibTrans" cxnId="{8F06E99D-A138-4F52-B33C-6B5FBE9DEDF9}">
      <dgm:prSet/>
      <dgm:spPr/>
      <dgm:t>
        <a:bodyPr/>
        <a:lstStyle/>
        <a:p>
          <a:endParaRPr lang="en-US"/>
        </a:p>
      </dgm:t>
    </dgm:pt>
    <dgm:pt modelId="{111E0912-4F3C-4B28-B6C1-38BB46255A8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Reproducible Pipeline</a:t>
          </a:r>
          <a:endParaRPr lang="en-US"/>
        </a:p>
      </dgm:t>
    </dgm:pt>
    <dgm:pt modelId="{532C7404-6304-42F0-A49E-3999F42AC56F}" type="parTrans" cxnId="{391BF62D-14AA-4E9B-8477-A5625AEB7EB2}">
      <dgm:prSet/>
      <dgm:spPr/>
      <dgm:t>
        <a:bodyPr/>
        <a:lstStyle/>
        <a:p>
          <a:endParaRPr lang="en-US"/>
        </a:p>
      </dgm:t>
    </dgm:pt>
    <dgm:pt modelId="{2B49040B-08AA-4F7B-BC0F-81A6875B8840}" type="sibTrans" cxnId="{391BF62D-14AA-4E9B-8477-A5625AEB7EB2}">
      <dgm:prSet/>
      <dgm:spPr/>
      <dgm:t>
        <a:bodyPr/>
        <a:lstStyle/>
        <a:p>
          <a:endParaRPr lang="en-US"/>
        </a:p>
      </dgm:t>
    </dgm:pt>
    <dgm:pt modelId="{E2BDAAB2-8EE3-4B83-851C-3AC3EEC46C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Training, preprocessing, evaluation, and explainability steps are fully reproducible</a:t>
          </a:r>
        </a:p>
      </dgm:t>
    </dgm:pt>
    <dgm:pt modelId="{CC334B58-9205-40DE-BCDC-9F651D21AFF3}" type="parTrans" cxnId="{3E1125B3-EF47-4CCB-B173-9EDF6F978230}">
      <dgm:prSet/>
      <dgm:spPr/>
      <dgm:t>
        <a:bodyPr/>
        <a:lstStyle/>
        <a:p>
          <a:endParaRPr lang="en-US"/>
        </a:p>
      </dgm:t>
    </dgm:pt>
    <dgm:pt modelId="{19BD75F5-36F8-4BAE-A626-47C7D9D74AF3}" type="sibTrans" cxnId="{3E1125B3-EF47-4CCB-B173-9EDF6F978230}">
      <dgm:prSet/>
      <dgm:spPr/>
      <dgm:t>
        <a:bodyPr/>
        <a:lstStyle/>
        <a:p>
          <a:endParaRPr lang="en-US"/>
        </a:p>
      </dgm:t>
    </dgm:pt>
    <dgm:pt modelId="{DB3E67A5-0F5B-428C-8C15-44F4700DE4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outputs can be regenerated deterministically from saved artifacts</a:t>
          </a:r>
        </a:p>
      </dgm:t>
    </dgm:pt>
    <dgm:pt modelId="{94FF7C73-84FF-49B0-85CF-F379335FA06A}" type="parTrans" cxnId="{D2C7BE14-29A2-487F-9311-94D9814ED694}">
      <dgm:prSet/>
      <dgm:spPr/>
      <dgm:t>
        <a:bodyPr/>
        <a:lstStyle/>
        <a:p>
          <a:endParaRPr lang="en-US"/>
        </a:p>
      </dgm:t>
    </dgm:pt>
    <dgm:pt modelId="{C9B6A27A-B43A-4222-9A9E-B3EE2D403AF9}" type="sibTrans" cxnId="{D2C7BE14-29A2-487F-9311-94D9814ED694}">
      <dgm:prSet/>
      <dgm:spPr/>
      <dgm:t>
        <a:bodyPr/>
        <a:lstStyle/>
        <a:p>
          <a:endParaRPr lang="en-US"/>
        </a:p>
      </dgm:t>
    </dgm:pt>
    <dgm:pt modelId="{ABC9A999-0CFC-4A8B-8C65-EC7ABAFCBA74}" type="pres">
      <dgm:prSet presAssocID="{67A0D211-E603-4328-AB09-DDC7A1EE3AFF}" presName="root" presStyleCnt="0">
        <dgm:presLayoutVars>
          <dgm:dir/>
          <dgm:resizeHandles val="exact"/>
        </dgm:presLayoutVars>
      </dgm:prSet>
      <dgm:spPr/>
    </dgm:pt>
    <dgm:pt modelId="{EAE87576-038A-488F-A98E-D0D0535AE077}" type="pres">
      <dgm:prSet presAssocID="{69C396E4-2070-4FE8-A9CE-69192278A838}" presName="compNode" presStyleCnt="0"/>
      <dgm:spPr/>
    </dgm:pt>
    <dgm:pt modelId="{7C04EAA7-E833-4D5A-92B3-2066BEFF06D8}" type="pres">
      <dgm:prSet presAssocID="{69C396E4-2070-4FE8-A9CE-69192278A8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A7317C3-036E-4352-A471-D26B958DE562}" type="pres">
      <dgm:prSet presAssocID="{69C396E4-2070-4FE8-A9CE-69192278A838}" presName="iconSpace" presStyleCnt="0"/>
      <dgm:spPr/>
    </dgm:pt>
    <dgm:pt modelId="{D7677472-6B1D-43E7-81C3-D7C36CCB129F}" type="pres">
      <dgm:prSet presAssocID="{69C396E4-2070-4FE8-A9CE-69192278A838}" presName="parTx" presStyleLbl="revTx" presStyleIdx="0" presStyleCnt="8">
        <dgm:presLayoutVars>
          <dgm:chMax val="0"/>
          <dgm:chPref val="0"/>
        </dgm:presLayoutVars>
      </dgm:prSet>
      <dgm:spPr/>
    </dgm:pt>
    <dgm:pt modelId="{AEA57CE6-71EA-42F6-B03E-F811D80E413A}" type="pres">
      <dgm:prSet presAssocID="{69C396E4-2070-4FE8-A9CE-69192278A838}" presName="txSpace" presStyleCnt="0"/>
      <dgm:spPr/>
    </dgm:pt>
    <dgm:pt modelId="{936515A4-084F-4B62-9B40-54913B3A1989}" type="pres">
      <dgm:prSet presAssocID="{69C396E4-2070-4FE8-A9CE-69192278A838}" presName="desTx" presStyleLbl="revTx" presStyleIdx="1" presStyleCnt="8">
        <dgm:presLayoutVars/>
      </dgm:prSet>
      <dgm:spPr/>
    </dgm:pt>
    <dgm:pt modelId="{2C3624D8-8300-453D-81BB-4A38C4D6680E}" type="pres">
      <dgm:prSet presAssocID="{18DCA6C7-B2BA-439E-84A8-0D740180C823}" presName="sibTrans" presStyleCnt="0"/>
      <dgm:spPr/>
    </dgm:pt>
    <dgm:pt modelId="{F5F2BA7D-1B38-4F51-B0FB-2384F46B9FD3}" type="pres">
      <dgm:prSet presAssocID="{C02F6930-D024-4AD8-8D11-6A3E0729606A}" presName="compNode" presStyleCnt="0"/>
      <dgm:spPr/>
    </dgm:pt>
    <dgm:pt modelId="{47E52A36-FCBB-46BA-AF7A-406F1CC76B24}" type="pres">
      <dgm:prSet presAssocID="{C02F6930-D024-4AD8-8D11-6A3E0729606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A8D7F9E-3CB2-4C46-A928-87987B81896B}" type="pres">
      <dgm:prSet presAssocID="{C02F6930-D024-4AD8-8D11-6A3E0729606A}" presName="iconSpace" presStyleCnt="0"/>
      <dgm:spPr/>
    </dgm:pt>
    <dgm:pt modelId="{10CC3D52-6161-4ED9-84EA-B496337CAD02}" type="pres">
      <dgm:prSet presAssocID="{C02F6930-D024-4AD8-8D11-6A3E0729606A}" presName="parTx" presStyleLbl="revTx" presStyleIdx="2" presStyleCnt="8">
        <dgm:presLayoutVars>
          <dgm:chMax val="0"/>
          <dgm:chPref val="0"/>
        </dgm:presLayoutVars>
      </dgm:prSet>
      <dgm:spPr/>
    </dgm:pt>
    <dgm:pt modelId="{486EA6FC-11FC-4BB4-85DC-961A921EC680}" type="pres">
      <dgm:prSet presAssocID="{C02F6930-D024-4AD8-8D11-6A3E0729606A}" presName="txSpace" presStyleCnt="0"/>
      <dgm:spPr/>
    </dgm:pt>
    <dgm:pt modelId="{2B30C557-2E8A-4774-B291-0A91C9AA1DD7}" type="pres">
      <dgm:prSet presAssocID="{C02F6930-D024-4AD8-8D11-6A3E0729606A}" presName="desTx" presStyleLbl="revTx" presStyleIdx="3" presStyleCnt="8">
        <dgm:presLayoutVars/>
      </dgm:prSet>
      <dgm:spPr/>
    </dgm:pt>
    <dgm:pt modelId="{AB8F54E4-CED2-46F7-B1B5-EF4FD4456374}" type="pres">
      <dgm:prSet presAssocID="{49638A9E-A5D5-47CE-A306-4A3EE3C0A405}" presName="sibTrans" presStyleCnt="0"/>
      <dgm:spPr/>
    </dgm:pt>
    <dgm:pt modelId="{C1471CF0-D570-434A-AE70-9994B0411A9F}" type="pres">
      <dgm:prSet presAssocID="{5E1B93EF-0A67-4E82-ADF1-51C7DED73A59}" presName="compNode" presStyleCnt="0"/>
      <dgm:spPr/>
    </dgm:pt>
    <dgm:pt modelId="{05D01BE4-661B-481E-99BF-DBC081B30CCA}" type="pres">
      <dgm:prSet presAssocID="{5E1B93EF-0A67-4E82-ADF1-51C7DED73A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8671D2E-AD91-4EB0-B838-7EDE4E830EAB}" type="pres">
      <dgm:prSet presAssocID="{5E1B93EF-0A67-4E82-ADF1-51C7DED73A59}" presName="iconSpace" presStyleCnt="0"/>
      <dgm:spPr/>
    </dgm:pt>
    <dgm:pt modelId="{F1F74CCC-2BFE-4C90-BC6A-04A3F7115D33}" type="pres">
      <dgm:prSet presAssocID="{5E1B93EF-0A67-4E82-ADF1-51C7DED73A59}" presName="parTx" presStyleLbl="revTx" presStyleIdx="4" presStyleCnt="8">
        <dgm:presLayoutVars>
          <dgm:chMax val="0"/>
          <dgm:chPref val="0"/>
        </dgm:presLayoutVars>
      </dgm:prSet>
      <dgm:spPr/>
    </dgm:pt>
    <dgm:pt modelId="{4AE8E228-3959-4607-8D37-EE4CFBCEE057}" type="pres">
      <dgm:prSet presAssocID="{5E1B93EF-0A67-4E82-ADF1-51C7DED73A59}" presName="txSpace" presStyleCnt="0"/>
      <dgm:spPr/>
    </dgm:pt>
    <dgm:pt modelId="{F5FA8227-4EC4-4965-89F6-686BA09C1A78}" type="pres">
      <dgm:prSet presAssocID="{5E1B93EF-0A67-4E82-ADF1-51C7DED73A59}" presName="desTx" presStyleLbl="revTx" presStyleIdx="5" presStyleCnt="8">
        <dgm:presLayoutVars/>
      </dgm:prSet>
      <dgm:spPr/>
    </dgm:pt>
    <dgm:pt modelId="{0EEF3FCB-69CC-4734-B3A7-B1243CDEBCD9}" type="pres">
      <dgm:prSet presAssocID="{689DAAA2-F2D3-4AFE-81CD-07F9336A18D2}" presName="sibTrans" presStyleCnt="0"/>
      <dgm:spPr/>
    </dgm:pt>
    <dgm:pt modelId="{9167EE84-7AE8-4B40-B010-E10EB8D0B55E}" type="pres">
      <dgm:prSet presAssocID="{111E0912-4F3C-4B28-B6C1-38BB46255A8F}" presName="compNode" presStyleCnt="0"/>
      <dgm:spPr/>
    </dgm:pt>
    <dgm:pt modelId="{0EC7BBBD-A306-4489-B6AB-DE01CD2BBE6A}" type="pres">
      <dgm:prSet presAssocID="{111E0912-4F3C-4B28-B6C1-38BB46255A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CD070C87-40AC-4523-A19D-8D4F94D627A9}" type="pres">
      <dgm:prSet presAssocID="{111E0912-4F3C-4B28-B6C1-38BB46255A8F}" presName="iconSpace" presStyleCnt="0"/>
      <dgm:spPr/>
    </dgm:pt>
    <dgm:pt modelId="{8D290BD4-0A0E-4545-958D-32C0DCA1EA51}" type="pres">
      <dgm:prSet presAssocID="{111E0912-4F3C-4B28-B6C1-38BB46255A8F}" presName="parTx" presStyleLbl="revTx" presStyleIdx="6" presStyleCnt="8">
        <dgm:presLayoutVars>
          <dgm:chMax val="0"/>
          <dgm:chPref val="0"/>
        </dgm:presLayoutVars>
      </dgm:prSet>
      <dgm:spPr/>
    </dgm:pt>
    <dgm:pt modelId="{31A63316-7F68-4254-A543-8CB9D6AD15AF}" type="pres">
      <dgm:prSet presAssocID="{111E0912-4F3C-4B28-B6C1-38BB46255A8F}" presName="txSpace" presStyleCnt="0"/>
      <dgm:spPr/>
    </dgm:pt>
    <dgm:pt modelId="{128DDCCC-067E-4E0B-ABE6-C16C41215317}" type="pres">
      <dgm:prSet presAssocID="{111E0912-4F3C-4B28-B6C1-38BB46255A8F}" presName="desTx" presStyleLbl="revTx" presStyleIdx="7" presStyleCnt="8">
        <dgm:presLayoutVars/>
      </dgm:prSet>
      <dgm:spPr/>
    </dgm:pt>
  </dgm:ptLst>
  <dgm:cxnLst>
    <dgm:cxn modelId="{15442903-FE6C-493A-A320-CFD887DEFA7D}" type="presOf" srcId="{E2BDAAB2-8EE3-4B83-851C-3AC3EEC46CE4}" destId="{128DDCCC-067E-4E0B-ABE6-C16C41215317}" srcOrd="0" destOrd="0" presId="urn:microsoft.com/office/officeart/2018/2/layout/IconLabelDescriptionList"/>
    <dgm:cxn modelId="{D2C7BE14-29A2-487F-9311-94D9814ED694}" srcId="{111E0912-4F3C-4B28-B6C1-38BB46255A8F}" destId="{DB3E67A5-0F5B-428C-8C15-44F4700DE447}" srcOrd="1" destOrd="0" parTransId="{94FF7C73-84FF-49B0-85CF-F379335FA06A}" sibTransId="{C9B6A27A-B43A-4222-9A9E-B3EE2D403AF9}"/>
    <dgm:cxn modelId="{57FE8F1F-8497-4ACF-BF31-C67B4B02C433}" type="presOf" srcId="{915BDD5B-0816-4A1A-8B49-7ACE7892AE35}" destId="{936515A4-084F-4B62-9B40-54913B3A1989}" srcOrd="0" destOrd="1" presId="urn:microsoft.com/office/officeart/2018/2/layout/IconLabelDescriptionList"/>
    <dgm:cxn modelId="{5BE2872A-03E2-43A4-B868-B920EC4E4C35}" srcId="{69C396E4-2070-4FE8-A9CE-69192278A838}" destId="{70BB4D48-89EE-4A1D-A0FC-A17A25086E8F}" srcOrd="0" destOrd="0" parTransId="{36FE1C82-3EC8-41DE-A4EF-1A38AA570357}" sibTransId="{2B49B6E6-F807-43BC-8CC8-2B285D614E93}"/>
    <dgm:cxn modelId="{391BF62D-14AA-4E9B-8477-A5625AEB7EB2}" srcId="{67A0D211-E603-4328-AB09-DDC7A1EE3AFF}" destId="{111E0912-4F3C-4B28-B6C1-38BB46255A8F}" srcOrd="3" destOrd="0" parTransId="{532C7404-6304-42F0-A49E-3999F42AC56F}" sibTransId="{2B49040B-08AA-4F7B-BC0F-81A6875B8840}"/>
    <dgm:cxn modelId="{6C3BDF2E-716E-4B73-9454-17F55A1A1C80}" type="presOf" srcId="{67A0D211-E603-4328-AB09-DDC7A1EE3AFF}" destId="{ABC9A999-0CFC-4A8B-8C65-EC7ABAFCBA74}" srcOrd="0" destOrd="0" presId="urn:microsoft.com/office/officeart/2018/2/layout/IconLabelDescriptionList"/>
    <dgm:cxn modelId="{A74C0432-21D0-441F-B4DE-61A62A4DC9DF}" type="presOf" srcId="{457D5FE2-0A51-4151-B32D-C76B0782B52E}" destId="{F5FA8227-4EC4-4965-89F6-686BA09C1A78}" srcOrd="0" destOrd="0" presId="urn:microsoft.com/office/officeart/2018/2/layout/IconLabelDescriptionList"/>
    <dgm:cxn modelId="{DB413139-058A-4685-B391-5383FFDE3672}" type="presOf" srcId="{5E1B93EF-0A67-4E82-ADF1-51C7DED73A59}" destId="{F1F74CCC-2BFE-4C90-BC6A-04A3F7115D33}" srcOrd="0" destOrd="0" presId="urn:microsoft.com/office/officeart/2018/2/layout/IconLabelDescriptionList"/>
    <dgm:cxn modelId="{5739F745-E99A-40ED-9B95-3720A44DA366}" type="presOf" srcId="{C02F6930-D024-4AD8-8D11-6A3E0729606A}" destId="{10CC3D52-6161-4ED9-84EA-B496337CAD02}" srcOrd="0" destOrd="0" presId="urn:microsoft.com/office/officeart/2018/2/layout/IconLabelDescriptionList"/>
    <dgm:cxn modelId="{2935834A-2F63-43A1-9DEF-468F144524F6}" type="presOf" srcId="{69C396E4-2070-4FE8-A9CE-69192278A838}" destId="{D7677472-6B1D-43E7-81C3-D7C36CCB129F}" srcOrd="0" destOrd="0" presId="urn:microsoft.com/office/officeart/2018/2/layout/IconLabelDescriptionList"/>
    <dgm:cxn modelId="{4518AB56-4F8A-4B99-B5D7-A9FD16BCF683}" srcId="{67A0D211-E603-4328-AB09-DDC7A1EE3AFF}" destId="{5E1B93EF-0A67-4E82-ADF1-51C7DED73A59}" srcOrd="2" destOrd="0" parTransId="{EDBD1E2C-9381-467E-B652-BF88B5357C5D}" sibTransId="{689DAAA2-F2D3-4AFE-81CD-07F9336A18D2}"/>
    <dgm:cxn modelId="{2C440165-74DE-462B-97C1-B07E49D9DC1D}" type="presOf" srcId="{4E6DD7C5-A21D-43A8-9902-9D493479F664}" destId="{2B30C557-2E8A-4774-B291-0A91C9AA1DD7}" srcOrd="0" destOrd="1" presId="urn:microsoft.com/office/officeart/2018/2/layout/IconLabelDescriptionList"/>
    <dgm:cxn modelId="{29DBF670-FE16-4ADE-A104-2F81F47A73F7}" type="presOf" srcId="{70BB4D48-89EE-4A1D-A0FC-A17A25086E8F}" destId="{936515A4-084F-4B62-9B40-54913B3A1989}" srcOrd="0" destOrd="0" presId="urn:microsoft.com/office/officeart/2018/2/layout/IconLabelDescriptionList"/>
    <dgm:cxn modelId="{9E9ACF8A-6B3A-4A80-BD6A-3A008D590689}" srcId="{67A0D211-E603-4328-AB09-DDC7A1EE3AFF}" destId="{C02F6930-D024-4AD8-8D11-6A3E0729606A}" srcOrd="1" destOrd="0" parTransId="{F8DFF4BA-E8E0-4798-A207-156150A721B4}" sibTransId="{49638A9E-A5D5-47CE-A306-4A3EE3C0A405}"/>
    <dgm:cxn modelId="{8F06E99D-A138-4F52-B33C-6B5FBE9DEDF9}" srcId="{5E1B93EF-0A67-4E82-ADF1-51C7DED73A59}" destId="{ECC2B888-0EDE-4A63-A02D-40C9E230AD4D}" srcOrd="1" destOrd="0" parTransId="{D2F9E582-6023-42EC-AE45-65AD465E877F}" sibTransId="{A6677534-5869-49D1-A370-A5D32A1B4AE7}"/>
    <dgm:cxn modelId="{7E146B9E-6A70-4C1E-BE68-8893EE2BE2A8}" srcId="{C02F6930-D024-4AD8-8D11-6A3E0729606A}" destId="{4E6DD7C5-A21D-43A8-9902-9D493479F664}" srcOrd="1" destOrd="0" parTransId="{518517FD-9BEA-42A2-A5A0-73E4E884C1B1}" sibTransId="{9869920D-A698-4A57-906C-766A2FE9290E}"/>
    <dgm:cxn modelId="{33DEFC9E-232C-4A58-B1D7-E21E751E17B0}" srcId="{5E1B93EF-0A67-4E82-ADF1-51C7DED73A59}" destId="{457D5FE2-0A51-4151-B32D-C76B0782B52E}" srcOrd="0" destOrd="0" parTransId="{35A721A2-A7CF-4B75-A1F2-CCD63F5DF985}" sibTransId="{79A49510-D01B-4D6B-A1B2-03FB81F382B5}"/>
    <dgm:cxn modelId="{24BE3AA7-3201-45EC-99E3-8A558BE483A7}" srcId="{C02F6930-D024-4AD8-8D11-6A3E0729606A}" destId="{DC21A6D4-53A0-445C-A287-4263EBBB3A8E}" srcOrd="0" destOrd="0" parTransId="{40ECFA96-D0D9-459F-A9F7-295F66C67290}" sibTransId="{A9061E8C-D40D-4A1C-8A98-2262CFC65916}"/>
    <dgm:cxn modelId="{73C0DAAB-1810-413A-966F-FF6C7E167110}" type="presOf" srcId="{DB3E67A5-0F5B-428C-8C15-44F4700DE447}" destId="{128DDCCC-067E-4E0B-ABE6-C16C41215317}" srcOrd="0" destOrd="1" presId="urn:microsoft.com/office/officeart/2018/2/layout/IconLabelDescriptionList"/>
    <dgm:cxn modelId="{3E1125B3-EF47-4CCB-B173-9EDF6F978230}" srcId="{111E0912-4F3C-4B28-B6C1-38BB46255A8F}" destId="{E2BDAAB2-8EE3-4B83-851C-3AC3EEC46CE4}" srcOrd="0" destOrd="0" parTransId="{CC334B58-9205-40DE-BCDC-9F651D21AFF3}" sibTransId="{19BD75F5-36F8-4BAE-A626-47C7D9D74AF3}"/>
    <dgm:cxn modelId="{D69DA8B8-E4AA-431E-A65F-E4F6C2A76C13}" type="presOf" srcId="{111E0912-4F3C-4B28-B6C1-38BB46255A8F}" destId="{8D290BD4-0A0E-4545-958D-32C0DCA1EA51}" srcOrd="0" destOrd="0" presId="urn:microsoft.com/office/officeart/2018/2/layout/IconLabelDescriptionList"/>
    <dgm:cxn modelId="{8CFBC3DC-6B6E-44F8-BC62-0C38B73D3E03}" type="presOf" srcId="{ECC2B888-0EDE-4A63-A02D-40C9E230AD4D}" destId="{F5FA8227-4EC4-4965-89F6-686BA09C1A78}" srcOrd="0" destOrd="1" presId="urn:microsoft.com/office/officeart/2018/2/layout/IconLabelDescriptionList"/>
    <dgm:cxn modelId="{BDB5E9E1-357C-4364-8673-B5775652C095}" srcId="{67A0D211-E603-4328-AB09-DDC7A1EE3AFF}" destId="{69C396E4-2070-4FE8-A9CE-69192278A838}" srcOrd="0" destOrd="0" parTransId="{E930CFBD-F566-46DA-89CD-8FA9EFB77B22}" sibTransId="{18DCA6C7-B2BA-439E-84A8-0D740180C823}"/>
    <dgm:cxn modelId="{A37097EB-E062-4F1C-AAD7-43BE95A2F4C8}" srcId="{69C396E4-2070-4FE8-A9CE-69192278A838}" destId="{915BDD5B-0816-4A1A-8B49-7ACE7892AE35}" srcOrd="1" destOrd="0" parTransId="{09BFC383-FA65-40D0-A6A1-338220A67051}" sibTransId="{B7982E89-11B4-4C8E-B362-F2D46B6FDA59}"/>
    <dgm:cxn modelId="{E08413F6-1FC2-4756-B22E-DE462248B8E1}" type="presOf" srcId="{DC21A6D4-53A0-445C-A287-4263EBBB3A8E}" destId="{2B30C557-2E8A-4774-B291-0A91C9AA1DD7}" srcOrd="0" destOrd="0" presId="urn:microsoft.com/office/officeart/2018/2/layout/IconLabelDescriptionList"/>
    <dgm:cxn modelId="{93F16573-8562-4C66-BAB0-1C548D32D342}" type="presParOf" srcId="{ABC9A999-0CFC-4A8B-8C65-EC7ABAFCBA74}" destId="{EAE87576-038A-488F-A98E-D0D0535AE077}" srcOrd="0" destOrd="0" presId="urn:microsoft.com/office/officeart/2018/2/layout/IconLabelDescriptionList"/>
    <dgm:cxn modelId="{40F42D5A-D098-4D18-B045-FCBF1611C74C}" type="presParOf" srcId="{EAE87576-038A-488F-A98E-D0D0535AE077}" destId="{7C04EAA7-E833-4D5A-92B3-2066BEFF06D8}" srcOrd="0" destOrd="0" presId="urn:microsoft.com/office/officeart/2018/2/layout/IconLabelDescriptionList"/>
    <dgm:cxn modelId="{B0D8753A-203C-47A1-9724-F43A7127471D}" type="presParOf" srcId="{EAE87576-038A-488F-A98E-D0D0535AE077}" destId="{2A7317C3-036E-4352-A471-D26B958DE562}" srcOrd="1" destOrd="0" presId="urn:microsoft.com/office/officeart/2018/2/layout/IconLabelDescriptionList"/>
    <dgm:cxn modelId="{7C95AF05-5651-4F87-8CF0-64B576EC97B8}" type="presParOf" srcId="{EAE87576-038A-488F-A98E-D0D0535AE077}" destId="{D7677472-6B1D-43E7-81C3-D7C36CCB129F}" srcOrd="2" destOrd="0" presId="urn:microsoft.com/office/officeart/2018/2/layout/IconLabelDescriptionList"/>
    <dgm:cxn modelId="{B406EE57-6954-4F2B-BA3E-99369B1723BF}" type="presParOf" srcId="{EAE87576-038A-488F-A98E-D0D0535AE077}" destId="{AEA57CE6-71EA-42F6-B03E-F811D80E413A}" srcOrd="3" destOrd="0" presId="urn:microsoft.com/office/officeart/2018/2/layout/IconLabelDescriptionList"/>
    <dgm:cxn modelId="{6FDA60CA-8F51-4F05-B4CE-AE0CA3E19160}" type="presParOf" srcId="{EAE87576-038A-488F-A98E-D0D0535AE077}" destId="{936515A4-084F-4B62-9B40-54913B3A1989}" srcOrd="4" destOrd="0" presId="urn:microsoft.com/office/officeart/2018/2/layout/IconLabelDescriptionList"/>
    <dgm:cxn modelId="{F4DD1191-94B7-4D9A-9F8B-084E3BC4B468}" type="presParOf" srcId="{ABC9A999-0CFC-4A8B-8C65-EC7ABAFCBA74}" destId="{2C3624D8-8300-453D-81BB-4A38C4D6680E}" srcOrd="1" destOrd="0" presId="urn:microsoft.com/office/officeart/2018/2/layout/IconLabelDescriptionList"/>
    <dgm:cxn modelId="{55B7F2EE-7306-4795-A9EC-C06F6167FA97}" type="presParOf" srcId="{ABC9A999-0CFC-4A8B-8C65-EC7ABAFCBA74}" destId="{F5F2BA7D-1B38-4F51-B0FB-2384F46B9FD3}" srcOrd="2" destOrd="0" presId="urn:microsoft.com/office/officeart/2018/2/layout/IconLabelDescriptionList"/>
    <dgm:cxn modelId="{EFF70C88-02C6-49E5-9620-E45F4E7319B8}" type="presParOf" srcId="{F5F2BA7D-1B38-4F51-B0FB-2384F46B9FD3}" destId="{47E52A36-FCBB-46BA-AF7A-406F1CC76B24}" srcOrd="0" destOrd="0" presId="urn:microsoft.com/office/officeart/2018/2/layout/IconLabelDescriptionList"/>
    <dgm:cxn modelId="{F443FA17-8E66-4599-BC01-695DC5A7B4DB}" type="presParOf" srcId="{F5F2BA7D-1B38-4F51-B0FB-2384F46B9FD3}" destId="{4A8D7F9E-3CB2-4C46-A928-87987B81896B}" srcOrd="1" destOrd="0" presId="urn:microsoft.com/office/officeart/2018/2/layout/IconLabelDescriptionList"/>
    <dgm:cxn modelId="{CF97A018-7773-4B38-844A-C76B1BFEAAD1}" type="presParOf" srcId="{F5F2BA7D-1B38-4F51-B0FB-2384F46B9FD3}" destId="{10CC3D52-6161-4ED9-84EA-B496337CAD02}" srcOrd="2" destOrd="0" presId="urn:microsoft.com/office/officeart/2018/2/layout/IconLabelDescriptionList"/>
    <dgm:cxn modelId="{7DCD14A1-9776-4B0F-95BC-F05D7755BFA4}" type="presParOf" srcId="{F5F2BA7D-1B38-4F51-B0FB-2384F46B9FD3}" destId="{486EA6FC-11FC-4BB4-85DC-961A921EC680}" srcOrd="3" destOrd="0" presId="urn:microsoft.com/office/officeart/2018/2/layout/IconLabelDescriptionList"/>
    <dgm:cxn modelId="{3CE6F4DA-95A1-4DB7-8E59-864B5003A770}" type="presParOf" srcId="{F5F2BA7D-1B38-4F51-B0FB-2384F46B9FD3}" destId="{2B30C557-2E8A-4774-B291-0A91C9AA1DD7}" srcOrd="4" destOrd="0" presId="urn:microsoft.com/office/officeart/2018/2/layout/IconLabelDescriptionList"/>
    <dgm:cxn modelId="{5BB3C236-952F-4A69-BA4F-63429289DC3B}" type="presParOf" srcId="{ABC9A999-0CFC-4A8B-8C65-EC7ABAFCBA74}" destId="{AB8F54E4-CED2-46F7-B1B5-EF4FD4456374}" srcOrd="3" destOrd="0" presId="urn:microsoft.com/office/officeart/2018/2/layout/IconLabelDescriptionList"/>
    <dgm:cxn modelId="{55E84001-9525-4B36-9D8C-3F1DC0565E70}" type="presParOf" srcId="{ABC9A999-0CFC-4A8B-8C65-EC7ABAFCBA74}" destId="{C1471CF0-D570-434A-AE70-9994B0411A9F}" srcOrd="4" destOrd="0" presId="urn:microsoft.com/office/officeart/2018/2/layout/IconLabelDescriptionList"/>
    <dgm:cxn modelId="{DE22DB6E-CFE9-4866-BA35-734A380D33AF}" type="presParOf" srcId="{C1471CF0-D570-434A-AE70-9994B0411A9F}" destId="{05D01BE4-661B-481E-99BF-DBC081B30CCA}" srcOrd="0" destOrd="0" presId="urn:microsoft.com/office/officeart/2018/2/layout/IconLabelDescriptionList"/>
    <dgm:cxn modelId="{95D80A51-C948-40BA-9764-E06E9FCB132C}" type="presParOf" srcId="{C1471CF0-D570-434A-AE70-9994B0411A9F}" destId="{D8671D2E-AD91-4EB0-B838-7EDE4E830EAB}" srcOrd="1" destOrd="0" presId="urn:microsoft.com/office/officeart/2018/2/layout/IconLabelDescriptionList"/>
    <dgm:cxn modelId="{BF389C21-4F8D-4064-A561-4B03C0268ABB}" type="presParOf" srcId="{C1471CF0-D570-434A-AE70-9994B0411A9F}" destId="{F1F74CCC-2BFE-4C90-BC6A-04A3F7115D33}" srcOrd="2" destOrd="0" presId="urn:microsoft.com/office/officeart/2018/2/layout/IconLabelDescriptionList"/>
    <dgm:cxn modelId="{9B3BD645-1272-461A-8808-8BA716EF1A00}" type="presParOf" srcId="{C1471CF0-D570-434A-AE70-9994B0411A9F}" destId="{4AE8E228-3959-4607-8D37-EE4CFBCEE057}" srcOrd="3" destOrd="0" presId="urn:microsoft.com/office/officeart/2018/2/layout/IconLabelDescriptionList"/>
    <dgm:cxn modelId="{D14E8D2B-1CD3-4CFD-AD37-C51BD8E87A2F}" type="presParOf" srcId="{C1471CF0-D570-434A-AE70-9994B0411A9F}" destId="{F5FA8227-4EC4-4965-89F6-686BA09C1A78}" srcOrd="4" destOrd="0" presId="urn:microsoft.com/office/officeart/2018/2/layout/IconLabelDescriptionList"/>
    <dgm:cxn modelId="{32AB6FAB-4FC2-4241-82CB-E196A987E24F}" type="presParOf" srcId="{ABC9A999-0CFC-4A8B-8C65-EC7ABAFCBA74}" destId="{0EEF3FCB-69CC-4734-B3A7-B1243CDEBCD9}" srcOrd="5" destOrd="0" presId="urn:microsoft.com/office/officeart/2018/2/layout/IconLabelDescriptionList"/>
    <dgm:cxn modelId="{5CEB4572-5986-4301-9E7C-5960E3B0B42D}" type="presParOf" srcId="{ABC9A999-0CFC-4A8B-8C65-EC7ABAFCBA74}" destId="{9167EE84-7AE8-4B40-B010-E10EB8D0B55E}" srcOrd="6" destOrd="0" presId="urn:microsoft.com/office/officeart/2018/2/layout/IconLabelDescriptionList"/>
    <dgm:cxn modelId="{9A65D24D-7E63-4643-9023-0BDB9AF91C50}" type="presParOf" srcId="{9167EE84-7AE8-4B40-B010-E10EB8D0B55E}" destId="{0EC7BBBD-A306-4489-B6AB-DE01CD2BBE6A}" srcOrd="0" destOrd="0" presId="urn:microsoft.com/office/officeart/2018/2/layout/IconLabelDescriptionList"/>
    <dgm:cxn modelId="{03B4AEC5-AF60-4142-B323-0A7951ADA95F}" type="presParOf" srcId="{9167EE84-7AE8-4B40-B010-E10EB8D0B55E}" destId="{CD070C87-40AC-4523-A19D-8D4F94D627A9}" srcOrd="1" destOrd="0" presId="urn:microsoft.com/office/officeart/2018/2/layout/IconLabelDescriptionList"/>
    <dgm:cxn modelId="{F9EF501F-B0A8-49F6-A67E-CF321F2160F7}" type="presParOf" srcId="{9167EE84-7AE8-4B40-B010-E10EB8D0B55E}" destId="{8D290BD4-0A0E-4545-958D-32C0DCA1EA51}" srcOrd="2" destOrd="0" presId="urn:microsoft.com/office/officeart/2018/2/layout/IconLabelDescriptionList"/>
    <dgm:cxn modelId="{DA591F91-BBED-42BF-936B-F39C4568B5CC}" type="presParOf" srcId="{9167EE84-7AE8-4B40-B010-E10EB8D0B55E}" destId="{31A63316-7F68-4254-A543-8CB9D6AD15AF}" srcOrd="3" destOrd="0" presId="urn:microsoft.com/office/officeart/2018/2/layout/IconLabelDescriptionList"/>
    <dgm:cxn modelId="{1E39F6AF-4A19-4865-8596-CAA622F954F2}" type="presParOf" srcId="{9167EE84-7AE8-4B40-B010-E10EB8D0B55E}" destId="{128DDCCC-067E-4E0B-ABE6-C16C4121531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25CF4-D153-48BE-9CED-227EA0D79FAE}">
      <dsp:nvSpPr>
        <dsp:cNvPr id="0" name=""/>
        <dsp:cNvSpPr/>
      </dsp:nvSpPr>
      <dsp:spPr>
        <a:xfrm>
          <a:off x="273437" y="643792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B2C066-83B1-425A-9BE1-140077252649}">
      <dsp:nvSpPr>
        <dsp:cNvPr id="0" name=""/>
        <dsp:cNvSpPr/>
      </dsp:nvSpPr>
      <dsp:spPr>
        <a:xfrm>
          <a:off x="466563" y="836918"/>
          <a:ext cx="533396" cy="5333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7B4CE-8664-4E2F-A142-52B8FBF40142}">
      <dsp:nvSpPr>
        <dsp:cNvPr id="0" name=""/>
        <dsp:cNvSpPr/>
      </dsp:nvSpPr>
      <dsp:spPr>
        <a:xfrm>
          <a:off x="1390153" y="643792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 was derived from NovaPay’s internal database system and a total of 10,757 transactions across 32 features</a:t>
          </a:r>
        </a:p>
      </dsp:txBody>
      <dsp:txXfrm>
        <a:off x="1390153" y="643792"/>
        <a:ext cx="2167743" cy="919648"/>
      </dsp:txXfrm>
    </dsp:sp>
    <dsp:sp modelId="{4FBBD924-0600-4775-8C0C-8CBA968C0F27}">
      <dsp:nvSpPr>
        <dsp:cNvPr id="0" name=""/>
        <dsp:cNvSpPr/>
      </dsp:nvSpPr>
      <dsp:spPr>
        <a:xfrm>
          <a:off x="3935610" y="643792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BAEE2F-F35F-426D-86BC-4200C5B3BB6C}">
      <dsp:nvSpPr>
        <dsp:cNvPr id="0" name=""/>
        <dsp:cNvSpPr/>
      </dsp:nvSpPr>
      <dsp:spPr>
        <a:xfrm>
          <a:off x="4128736" y="836918"/>
          <a:ext cx="533396" cy="5333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34652-F49D-4E11-9BAA-2A7A6C16F1D9}">
      <dsp:nvSpPr>
        <dsp:cNvPr id="0" name=""/>
        <dsp:cNvSpPr/>
      </dsp:nvSpPr>
      <dsp:spPr>
        <a:xfrm>
          <a:off x="5052326" y="643792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Some features included (amount in USD, source currency, destination currency, IP Address, Home Country, internal risk score, device risk score, velocity bursts)</a:t>
          </a:r>
        </a:p>
      </dsp:txBody>
      <dsp:txXfrm>
        <a:off x="5052326" y="643792"/>
        <a:ext cx="2167743" cy="919648"/>
      </dsp:txXfrm>
    </dsp:sp>
    <dsp:sp modelId="{567E780A-765C-4DCE-978F-A2F5C6DBEF9B}">
      <dsp:nvSpPr>
        <dsp:cNvPr id="0" name=""/>
        <dsp:cNvSpPr/>
      </dsp:nvSpPr>
      <dsp:spPr>
        <a:xfrm>
          <a:off x="7597782" y="643792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1C5AD9-E9C8-4CCD-88B7-B8EF4853532E}">
      <dsp:nvSpPr>
        <dsp:cNvPr id="0" name=""/>
        <dsp:cNvSpPr/>
      </dsp:nvSpPr>
      <dsp:spPr>
        <a:xfrm>
          <a:off x="7790909" y="836918"/>
          <a:ext cx="533396" cy="5333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F9BA8-02CE-4CCB-B71F-2182EB1E2CC7}">
      <dsp:nvSpPr>
        <dsp:cNvPr id="0" name=""/>
        <dsp:cNvSpPr/>
      </dsp:nvSpPr>
      <dsp:spPr>
        <a:xfrm>
          <a:off x="8714499" y="643792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Fraud Cases made up 982 (9.13%) of the transactions</a:t>
          </a:r>
        </a:p>
      </dsp:txBody>
      <dsp:txXfrm>
        <a:off x="8714499" y="643792"/>
        <a:ext cx="2167743" cy="919648"/>
      </dsp:txXfrm>
    </dsp:sp>
    <dsp:sp modelId="{9DA167C1-2EB3-42A0-9EC0-816E8B8D4B54}">
      <dsp:nvSpPr>
        <dsp:cNvPr id="0" name=""/>
        <dsp:cNvSpPr/>
      </dsp:nvSpPr>
      <dsp:spPr>
        <a:xfrm>
          <a:off x="273437" y="2203886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B793D-4E53-4FDE-AF69-0B7F8ACA8C23}">
      <dsp:nvSpPr>
        <dsp:cNvPr id="0" name=""/>
        <dsp:cNvSpPr/>
      </dsp:nvSpPr>
      <dsp:spPr>
        <a:xfrm>
          <a:off x="466563" y="2397013"/>
          <a:ext cx="533396" cy="5333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4A6C4-9A22-41AA-AE77-088C5D6C05EF}">
      <dsp:nvSpPr>
        <dsp:cNvPr id="0" name=""/>
        <dsp:cNvSpPr/>
      </dsp:nvSpPr>
      <dsp:spPr>
        <a:xfrm>
          <a:off x="1390153" y="2203886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 was trained on 80/20 split</a:t>
          </a:r>
        </a:p>
      </dsp:txBody>
      <dsp:txXfrm>
        <a:off x="1390153" y="2203886"/>
        <a:ext cx="2167743" cy="919648"/>
      </dsp:txXfrm>
    </dsp:sp>
    <dsp:sp modelId="{2F87A2FD-677E-4264-9C47-8A2DEBDEF5B1}">
      <dsp:nvSpPr>
        <dsp:cNvPr id="0" name=""/>
        <dsp:cNvSpPr/>
      </dsp:nvSpPr>
      <dsp:spPr>
        <a:xfrm>
          <a:off x="3935610" y="2203886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E6AEA-9BD6-4F56-8AC3-44C31ECC4486}">
      <dsp:nvSpPr>
        <dsp:cNvPr id="0" name=""/>
        <dsp:cNvSpPr/>
      </dsp:nvSpPr>
      <dsp:spPr>
        <a:xfrm>
          <a:off x="4128736" y="2397013"/>
          <a:ext cx="533396" cy="5333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6C772-166C-47D5-8B7B-8307C5790FF7}">
      <dsp:nvSpPr>
        <dsp:cNvPr id="0" name=""/>
        <dsp:cNvSpPr/>
      </dsp:nvSpPr>
      <dsp:spPr>
        <a:xfrm>
          <a:off x="5052326" y="2203886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Train set contained 8,605 transactions (675 fraud)</a:t>
          </a:r>
        </a:p>
      </dsp:txBody>
      <dsp:txXfrm>
        <a:off x="5052326" y="2203886"/>
        <a:ext cx="2167743" cy="919648"/>
      </dsp:txXfrm>
    </dsp:sp>
    <dsp:sp modelId="{E122014A-4322-4E67-A373-75C705CA7F06}">
      <dsp:nvSpPr>
        <dsp:cNvPr id="0" name=""/>
        <dsp:cNvSpPr/>
      </dsp:nvSpPr>
      <dsp:spPr>
        <a:xfrm>
          <a:off x="7597782" y="2203886"/>
          <a:ext cx="919648" cy="9196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0B372-1F1A-491E-9AC0-57C2200171AF}">
      <dsp:nvSpPr>
        <dsp:cNvPr id="0" name=""/>
        <dsp:cNvSpPr/>
      </dsp:nvSpPr>
      <dsp:spPr>
        <a:xfrm>
          <a:off x="7790909" y="2397013"/>
          <a:ext cx="533396" cy="53339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07839-EE5D-4B77-8C40-6B8E241C869B}">
      <dsp:nvSpPr>
        <dsp:cNvPr id="0" name=""/>
        <dsp:cNvSpPr/>
      </dsp:nvSpPr>
      <dsp:spPr>
        <a:xfrm>
          <a:off x="8714499" y="2203886"/>
          <a:ext cx="2167743" cy="91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Test set contained 2,152 transactions (307 fraud)</a:t>
          </a:r>
        </a:p>
      </dsp:txBody>
      <dsp:txXfrm>
        <a:off x="8714499" y="2203886"/>
        <a:ext cx="2167743" cy="919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D7F4E-4FFF-4823-913A-02E6CC8C55FB}">
      <dsp:nvSpPr>
        <dsp:cNvPr id="0" name=""/>
        <dsp:cNvSpPr/>
      </dsp:nvSpPr>
      <dsp:spPr>
        <a:xfrm>
          <a:off x="3080" y="407519"/>
          <a:ext cx="1165007" cy="11650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F6CF5-19E4-48C5-A63E-C7B66886B185}">
      <dsp:nvSpPr>
        <dsp:cNvPr id="0" name=""/>
        <dsp:cNvSpPr/>
      </dsp:nvSpPr>
      <dsp:spPr>
        <a:xfrm>
          <a:off x="3080" y="1699468"/>
          <a:ext cx="3328593" cy="577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Benchmarked simple and complex models to balance performance and interpretability</a:t>
          </a:r>
        </a:p>
      </dsp:txBody>
      <dsp:txXfrm>
        <a:off x="3080" y="1699468"/>
        <a:ext cx="3328593" cy="577302"/>
      </dsp:txXfrm>
    </dsp:sp>
    <dsp:sp modelId="{5563734F-961B-4224-A4DE-484A621050C1}">
      <dsp:nvSpPr>
        <dsp:cNvPr id="0" name=""/>
        <dsp:cNvSpPr/>
      </dsp:nvSpPr>
      <dsp:spPr>
        <a:xfrm>
          <a:off x="3080" y="2335812"/>
          <a:ext cx="3328593" cy="1023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10BAAE-38AC-4B69-9921-1289261540EF}">
      <dsp:nvSpPr>
        <dsp:cNvPr id="0" name=""/>
        <dsp:cNvSpPr/>
      </dsp:nvSpPr>
      <dsp:spPr>
        <a:xfrm>
          <a:off x="3914178" y="407519"/>
          <a:ext cx="1165007" cy="11650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BBDF9-0778-4F3A-9DC7-463EC95DAB73}">
      <dsp:nvSpPr>
        <dsp:cNvPr id="0" name=""/>
        <dsp:cNvSpPr/>
      </dsp:nvSpPr>
      <dsp:spPr>
        <a:xfrm>
          <a:off x="3914178" y="1699468"/>
          <a:ext cx="3328593" cy="577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Models evaluated</a:t>
          </a:r>
        </a:p>
      </dsp:txBody>
      <dsp:txXfrm>
        <a:off x="3914178" y="1699468"/>
        <a:ext cx="3328593" cy="577302"/>
      </dsp:txXfrm>
    </dsp:sp>
    <dsp:sp modelId="{0DA1E59D-62C3-4BD3-969E-59CB4FF237DC}">
      <dsp:nvSpPr>
        <dsp:cNvPr id="0" name=""/>
        <dsp:cNvSpPr/>
      </dsp:nvSpPr>
      <dsp:spPr>
        <a:xfrm>
          <a:off x="3909484" y="2045881"/>
          <a:ext cx="3328593" cy="1023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Logistic Regression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Random Forest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eXtreme</a:t>
          </a:r>
          <a:r>
            <a:rPr lang="en-US" sz="1400" kern="1200" dirty="0"/>
            <a:t> Gradient Boosting (</a:t>
          </a:r>
          <a:r>
            <a:rPr lang="en-US" sz="1400" kern="1200" dirty="0" err="1"/>
            <a:t>XGBoost</a:t>
          </a:r>
          <a:r>
            <a:rPr lang="en-US" sz="1400" kern="1200" dirty="0"/>
            <a:t>)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Light Gradient Boosting Machine (LGBM)</a:t>
          </a:r>
        </a:p>
      </dsp:txBody>
      <dsp:txXfrm>
        <a:off x="3909484" y="2045881"/>
        <a:ext cx="3328593" cy="1023805"/>
      </dsp:txXfrm>
    </dsp:sp>
    <dsp:sp modelId="{50122842-1F0B-48F6-B478-3710FB31F225}">
      <dsp:nvSpPr>
        <dsp:cNvPr id="0" name=""/>
        <dsp:cNvSpPr/>
      </dsp:nvSpPr>
      <dsp:spPr>
        <a:xfrm>
          <a:off x="7825275" y="407519"/>
          <a:ext cx="1165007" cy="11650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415DE2-28E1-4579-9488-74CD95B88BB1}">
      <dsp:nvSpPr>
        <dsp:cNvPr id="0" name=""/>
        <dsp:cNvSpPr/>
      </dsp:nvSpPr>
      <dsp:spPr>
        <a:xfrm>
          <a:off x="7825275" y="1699468"/>
          <a:ext cx="3328593" cy="577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Advanced Modeling Techniques to handle data-imbalance</a:t>
          </a:r>
        </a:p>
      </dsp:txBody>
      <dsp:txXfrm>
        <a:off x="7825275" y="1699468"/>
        <a:ext cx="3328593" cy="577302"/>
      </dsp:txXfrm>
    </dsp:sp>
    <dsp:sp modelId="{BE72CC5B-A722-4714-AD3A-0ABC0E2E1F48}">
      <dsp:nvSpPr>
        <dsp:cNvPr id="0" name=""/>
        <dsp:cNvSpPr/>
      </dsp:nvSpPr>
      <dsp:spPr>
        <a:xfrm>
          <a:off x="7824243" y="2190852"/>
          <a:ext cx="3328593" cy="1023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Fine-Tuning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Artificial Sampling (SMOTE)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Undersampling</a:t>
          </a:r>
          <a:r>
            <a:rPr lang="en-US" sz="1400" kern="1200" dirty="0"/>
            <a:t> </a:t>
          </a:r>
        </a:p>
      </dsp:txBody>
      <dsp:txXfrm>
        <a:off x="7824243" y="2190852"/>
        <a:ext cx="3328593" cy="10238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D5DB9-5550-4580-9F97-601BF687F9E2}">
      <dsp:nvSpPr>
        <dsp:cNvPr id="0" name=""/>
        <dsp:cNvSpPr/>
      </dsp:nvSpPr>
      <dsp:spPr>
        <a:xfrm>
          <a:off x="23569" y="1148346"/>
          <a:ext cx="1470634" cy="14706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B48941-7C3E-49E1-A71C-2813AB5D9E14}">
      <dsp:nvSpPr>
        <dsp:cNvPr id="0" name=""/>
        <dsp:cNvSpPr/>
      </dsp:nvSpPr>
      <dsp:spPr>
        <a:xfrm>
          <a:off x="332402" y="1457180"/>
          <a:ext cx="852967" cy="8529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043F6-2324-41D9-941C-FC3C5DA9E897}">
      <dsp:nvSpPr>
        <dsp:cNvPr id="0" name=""/>
        <dsp:cNvSpPr/>
      </dsp:nvSpPr>
      <dsp:spPr>
        <a:xfrm>
          <a:off x="1809339" y="1148346"/>
          <a:ext cx="3466494" cy="147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Explainability is handled by a package known Shapley Additive exPlainations (SHAP)</a:t>
          </a:r>
        </a:p>
      </dsp:txBody>
      <dsp:txXfrm>
        <a:off x="1809339" y="1148346"/>
        <a:ext cx="3466494" cy="1470634"/>
      </dsp:txXfrm>
    </dsp:sp>
    <dsp:sp modelId="{61D4A40A-13A2-4A2D-B527-A3F4F07339C1}">
      <dsp:nvSpPr>
        <dsp:cNvPr id="0" name=""/>
        <dsp:cNvSpPr/>
      </dsp:nvSpPr>
      <dsp:spPr>
        <a:xfrm>
          <a:off x="5879845" y="1148346"/>
          <a:ext cx="1470634" cy="14706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6A3E3-67EB-422E-A9CD-4F63DB8C4FF0}">
      <dsp:nvSpPr>
        <dsp:cNvPr id="0" name=""/>
        <dsp:cNvSpPr/>
      </dsp:nvSpPr>
      <dsp:spPr>
        <a:xfrm>
          <a:off x="6188678" y="1457180"/>
          <a:ext cx="852967" cy="8529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190DA-31DF-4736-A363-A54C71CBDA91}">
      <dsp:nvSpPr>
        <dsp:cNvPr id="0" name=""/>
        <dsp:cNvSpPr/>
      </dsp:nvSpPr>
      <dsp:spPr>
        <a:xfrm>
          <a:off x="7665615" y="1148346"/>
          <a:ext cx="3466494" cy="147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decisions are explained using six standardized reason codes.</a:t>
          </a:r>
          <a:br>
            <a:rPr lang="en-US" sz="1700" kern="1200"/>
          </a:br>
          <a:r>
            <a:rPr lang="en-US" sz="1700" kern="1200"/>
            <a:t>Each reason code aggregates multiple low-level model features into a single business concept.</a:t>
          </a:r>
        </a:p>
      </dsp:txBody>
      <dsp:txXfrm>
        <a:off x="7665615" y="1148346"/>
        <a:ext cx="3466494" cy="14706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B4A286-0E28-D24A-9D41-C29D4968FB71}">
      <dsp:nvSpPr>
        <dsp:cNvPr id="0" name=""/>
        <dsp:cNvSpPr/>
      </dsp:nvSpPr>
      <dsp:spPr>
        <a:xfrm>
          <a:off x="0" y="297373"/>
          <a:ext cx="6620255" cy="14726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354076" rIns="51380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Captures risk associated with the destination of funds and cross-border corridors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Contributing Features include destination currency, corridor risk</a:t>
          </a:r>
        </a:p>
      </dsp:txBody>
      <dsp:txXfrm>
        <a:off x="0" y="297373"/>
        <a:ext cx="6620255" cy="1472624"/>
      </dsp:txXfrm>
    </dsp:sp>
    <dsp:sp modelId="{305EDFFD-74AF-9D49-A113-A714384F6FCF}">
      <dsp:nvSpPr>
        <dsp:cNvPr id="0" name=""/>
        <dsp:cNvSpPr/>
      </dsp:nvSpPr>
      <dsp:spPr>
        <a:xfrm>
          <a:off x="331012" y="46453"/>
          <a:ext cx="463417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RC01 – Destination Currency / Corridor Risk</a:t>
          </a:r>
        </a:p>
      </dsp:txBody>
      <dsp:txXfrm>
        <a:off x="355510" y="70951"/>
        <a:ext cx="4585183" cy="452844"/>
      </dsp:txXfrm>
    </dsp:sp>
    <dsp:sp modelId="{82F84EE2-2075-4E4C-9B5F-88AC7AF66441}">
      <dsp:nvSpPr>
        <dsp:cNvPr id="0" name=""/>
        <dsp:cNvSpPr/>
      </dsp:nvSpPr>
      <dsp:spPr>
        <a:xfrm>
          <a:off x="0" y="2112718"/>
          <a:ext cx="6620255" cy="12316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354076" rIns="51380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Captures risk related to the currency from which funds originate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Contributing Features include the source currency</a:t>
          </a:r>
        </a:p>
      </dsp:txBody>
      <dsp:txXfrm>
        <a:off x="0" y="2112718"/>
        <a:ext cx="6620255" cy="1231649"/>
      </dsp:txXfrm>
    </dsp:sp>
    <dsp:sp modelId="{93514601-5B5F-784B-877B-053E140250EF}">
      <dsp:nvSpPr>
        <dsp:cNvPr id="0" name=""/>
        <dsp:cNvSpPr/>
      </dsp:nvSpPr>
      <dsp:spPr>
        <a:xfrm>
          <a:off x="331012" y="1861798"/>
          <a:ext cx="463417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RC02 – Source Currency Risk</a:t>
          </a:r>
        </a:p>
      </dsp:txBody>
      <dsp:txXfrm>
        <a:off x="355510" y="1886296"/>
        <a:ext cx="4585183" cy="452844"/>
      </dsp:txXfrm>
    </dsp:sp>
    <dsp:sp modelId="{F42519EC-C6B0-3D41-9EF5-E5672703D97C}">
      <dsp:nvSpPr>
        <dsp:cNvPr id="0" name=""/>
        <dsp:cNvSpPr/>
      </dsp:nvSpPr>
      <dsp:spPr>
        <a:xfrm>
          <a:off x="0" y="3687088"/>
          <a:ext cx="6620255" cy="12316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354076" rIns="51380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Captures jurisdictional risk tied to the account’s registered country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Contributing Features include home_country</a:t>
          </a:r>
        </a:p>
      </dsp:txBody>
      <dsp:txXfrm>
        <a:off x="0" y="3687088"/>
        <a:ext cx="6620255" cy="1231649"/>
      </dsp:txXfrm>
    </dsp:sp>
    <dsp:sp modelId="{18725F3B-91A1-4F4F-AD15-594DF2FA4C3E}">
      <dsp:nvSpPr>
        <dsp:cNvPr id="0" name=""/>
        <dsp:cNvSpPr/>
      </dsp:nvSpPr>
      <dsp:spPr>
        <a:xfrm>
          <a:off x="331012" y="3436168"/>
          <a:ext cx="463417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RC03 – Home Country Risk Profile</a:t>
          </a:r>
        </a:p>
      </dsp:txBody>
      <dsp:txXfrm>
        <a:off x="355510" y="3460666"/>
        <a:ext cx="4585183" cy="4528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E9060-2F40-6745-AEBC-F7C7967C93C3}">
      <dsp:nvSpPr>
        <dsp:cNvPr id="0" name=""/>
        <dsp:cNvSpPr/>
      </dsp:nvSpPr>
      <dsp:spPr>
        <a:xfrm>
          <a:off x="0" y="683001"/>
          <a:ext cx="6620255" cy="101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291592" rIns="51380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Captures mismatch between expected and observed transaction location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Contributing Features include location mismatch and </a:t>
          </a:r>
          <a:r>
            <a:rPr lang="en-US" sz="1400" kern="1200" dirty="0" err="1"/>
            <a:t>ip</a:t>
          </a:r>
          <a:r>
            <a:rPr lang="en-US" sz="1400" kern="1200" dirty="0"/>
            <a:t> country</a:t>
          </a:r>
        </a:p>
      </dsp:txBody>
      <dsp:txXfrm>
        <a:off x="0" y="683001"/>
        <a:ext cx="6620255" cy="1014300"/>
      </dsp:txXfrm>
    </dsp:sp>
    <dsp:sp modelId="{CD06228D-93F6-AF42-BE3B-644D1669B22A}">
      <dsp:nvSpPr>
        <dsp:cNvPr id="0" name=""/>
        <dsp:cNvSpPr/>
      </dsp:nvSpPr>
      <dsp:spPr>
        <a:xfrm>
          <a:off x="331012" y="476361"/>
          <a:ext cx="4634179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RC04 – Location/Geographic Inconsistency</a:t>
          </a:r>
        </a:p>
      </dsp:txBody>
      <dsp:txXfrm>
        <a:off x="351187" y="496536"/>
        <a:ext cx="4593829" cy="372929"/>
      </dsp:txXfrm>
    </dsp:sp>
    <dsp:sp modelId="{DA072730-1EBE-0246-BEC4-A902D20F45D6}">
      <dsp:nvSpPr>
        <dsp:cNvPr id="0" name=""/>
        <dsp:cNvSpPr/>
      </dsp:nvSpPr>
      <dsp:spPr>
        <a:xfrm>
          <a:off x="0" y="1979541"/>
          <a:ext cx="6620255" cy="101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291592" rIns="51380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Captures trustworthiness of device and network used for transaction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Contributing Features include </a:t>
          </a:r>
          <a:r>
            <a:rPr lang="en-US" sz="1400" kern="1200" dirty="0" err="1"/>
            <a:t>ip</a:t>
          </a:r>
          <a:r>
            <a:rPr lang="en-US" sz="1400" kern="1200" dirty="0"/>
            <a:t> address, </a:t>
          </a:r>
          <a:r>
            <a:rPr lang="en-US" sz="1400" kern="1200" dirty="0" err="1"/>
            <a:t>ip</a:t>
          </a:r>
          <a:r>
            <a:rPr lang="en-US" sz="1400" kern="1200" dirty="0"/>
            <a:t> risk, device trust score, new device</a:t>
          </a:r>
        </a:p>
      </dsp:txBody>
      <dsp:txXfrm>
        <a:off x="0" y="1979541"/>
        <a:ext cx="6620255" cy="1014300"/>
      </dsp:txXfrm>
    </dsp:sp>
    <dsp:sp modelId="{EDFF689A-EA7E-C841-975B-60186B029CCA}">
      <dsp:nvSpPr>
        <dsp:cNvPr id="0" name=""/>
        <dsp:cNvSpPr/>
      </dsp:nvSpPr>
      <dsp:spPr>
        <a:xfrm>
          <a:off x="331012" y="1772901"/>
          <a:ext cx="4634179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RC05 – Device / IP Trust Profile</a:t>
          </a:r>
        </a:p>
      </dsp:txBody>
      <dsp:txXfrm>
        <a:off x="351187" y="1793076"/>
        <a:ext cx="4593829" cy="372929"/>
      </dsp:txXfrm>
    </dsp:sp>
    <dsp:sp modelId="{64D1D144-D7C0-B649-B055-87BF45DE690A}">
      <dsp:nvSpPr>
        <dsp:cNvPr id="0" name=""/>
        <dsp:cNvSpPr/>
      </dsp:nvSpPr>
      <dsp:spPr>
        <a:xfrm>
          <a:off x="0" y="3276081"/>
          <a:ext cx="6620255" cy="12127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291592" rIns="51380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Captures behavioral, temporal and lifecycle characteristics of the account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Contributing Features include account age, amount source, amount, fee, channel</a:t>
          </a:r>
        </a:p>
      </dsp:txBody>
      <dsp:txXfrm>
        <a:off x="0" y="3276081"/>
        <a:ext cx="6620255" cy="1212749"/>
      </dsp:txXfrm>
    </dsp:sp>
    <dsp:sp modelId="{C68FE669-65CB-074B-A731-8470C151552A}">
      <dsp:nvSpPr>
        <dsp:cNvPr id="0" name=""/>
        <dsp:cNvSpPr/>
      </dsp:nvSpPr>
      <dsp:spPr>
        <a:xfrm>
          <a:off x="331012" y="3069440"/>
          <a:ext cx="4634179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RC06 – Account Tenure &amp; Transaction Behavior Pattern</a:t>
          </a:r>
        </a:p>
      </dsp:txBody>
      <dsp:txXfrm>
        <a:off x="351187" y="3089615"/>
        <a:ext cx="4593829" cy="3729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36E58-CDC9-4249-BACD-8BADE21720C4}">
      <dsp:nvSpPr>
        <dsp:cNvPr id="0" name=""/>
        <dsp:cNvSpPr/>
      </dsp:nvSpPr>
      <dsp:spPr>
        <a:xfrm>
          <a:off x="2231390" y="1637"/>
          <a:ext cx="8925560" cy="7182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181" tIns="182447" rIns="173181" bIns="18244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Certain destination corridors show disproportionately high fraud exposure</a:t>
          </a:r>
        </a:p>
      </dsp:txBody>
      <dsp:txXfrm>
        <a:off x="2231390" y="1637"/>
        <a:ext cx="8925560" cy="718294"/>
      </dsp:txXfrm>
    </dsp:sp>
    <dsp:sp modelId="{94E7B96D-BE82-4648-874C-51A2746C1D47}">
      <dsp:nvSpPr>
        <dsp:cNvPr id="0" name=""/>
        <dsp:cNvSpPr/>
      </dsp:nvSpPr>
      <dsp:spPr>
        <a:xfrm>
          <a:off x="0" y="1637"/>
          <a:ext cx="2231390" cy="718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78" tIns="70952" rIns="118078" bIns="7095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Destination Currency</a:t>
          </a:r>
        </a:p>
      </dsp:txBody>
      <dsp:txXfrm>
        <a:off x="0" y="1637"/>
        <a:ext cx="2231390" cy="718294"/>
      </dsp:txXfrm>
    </dsp:sp>
    <dsp:sp modelId="{737BF861-E6B7-E144-B2C9-B67AA87355A2}">
      <dsp:nvSpPr>
        <dsp:cNvPr id="0" name=""/>
        <dsp:cNvSpPr/>
      </dsp:nvSpPr>
      <dsp:spPr>
        <a:xfrm>
          <a:off x="2231390" y="763029"/>
          <a:ext cx="8925560" cy="7182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181" tIns="182447" rIns="173181" bIns="18244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Fraud risk varies significantly by account origin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Reflects jurisdictional and regional risk patterns</a:t>
          </a:r>
        </a:p>
      </dsp:txBody>
      <dsp:txXfrm>
        <a:off x="2231390" y="763029"/>
        <a:ext cx="8925560" cy="718294"/>
      </dsp:txXfrm>
    </dsp:sp>
    <dsp:sp modelId="{4E2277DD-0323-1146-AC9D-F7A62F6D230F}">
      <dsp:nvSpPr>
        <dsp:cNvPr id="0" name=""/>
        <dsp:cNvSpPr/>
      </dsp:nvSpPr>
      <dsp:spPr>
        <a:xfrm>
          <a:off x="0" y="763029"/>
          <a:ext cx="2231390" cy="718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78" tIns="70952" rIns="118078" bIns="7095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Home Country Risk profile</a:t>
          </a:r>
        </a:p>
      </dsp:txBody>
      <dsp:txXfrm>
        <a:off x="0" y="763029"/>
        <a:ext cx="2231390" cy="718294"/>
      </dsp:txXfrm>
    </dsp:sp>
    <dsp:sp modelId="{D9BD7273-3AA1-BB42-AFD8-6EB87229410C}">
      <dsp:nvSpPr>
        <dsp:cNvPr id="0" name=""/>
        <dsp:cNvSpPr/>
      </dsp:nvSpPr>
      <dsp:spPr>
        <a:xfrm>
          <a:off x="2231390" y="1524421"/>
          <a:ext cx="8925560" cy="7182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181" tIns="182447" rIns="173181" bIns="18244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Currency of funds provides strong contextual risk signals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Some currencies are more frequently associated with fraudulent activity</a:t>
          </a:r>
        </a:p>
      </dsp:txBody>
      <dsp:txXfrm>
        <a:off x="2231390" y="1524421"/>
        <a:ext cx="8925560" cy="718294"/>
      </dsp:txXfrm>
    </dsp:sp>
    <dsp:sp modelId="{B411A925-5561-C347-A5AC-5538812D73E3}">
      <dsp:nvSpPr>
        <dsp:cNvPr id="0" name=""/>
        <dsp:cNvSpPr/>
      </dsp:nvSpPr>
      <dsp:spPr>
        <a:xfrm>
          <a:off x="0" y="1524421"/>
          <a:ext cx="2231390" cy="718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78" tIns="70952" rIns="118078" bIns="7095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Source Currency Risk</a:t>
          </a:r>
        </a:p>
      </dsp:txBody>
      <dsp:txXfrm>
        <a:off x="0" y="1524421"/>
        <a:ext cx="2231390" cy="718294"/>
      </dsp:txXfrm>
    </dsp:sp>
    <dsp:sp modelId="{5782AC8A-900F-B744-8CD5-B5B56217DE47}">
      <dsp:nvSpPr>
        <dsp:cNvPr id="0" name=""/>
        <dsp:cNvSpPr/>
      </dsp:nvSpPr>
      <dsp:spPr>
        <a:xfrm>
          <a:off x="2231390" y="2285813"/>
          <a:ext cx="8925560" cy="7182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181" tIns="182447" rIns="173181" bIns="18244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Low device trust strongly correlates with fraud</a:t>
          </a:r>
        </a:p>
      </dsp:txBody>
      <dsp:txXfrm>
        <a:off x="2231390" y="2285813"/>
        <a:ext cx="8925560" cy="718294"/>
      </dsp:txXfrm>
    </dsp:sp>
    <dsp:sp modelId="{8AD6B50B-AFCC-E645-9ACC-28942F712D56}">
      <dsp:nvSpPr>
        <dsp:cNvPr id="0" name=""/>
        <dsp:cNvSpPr/>
      </dsp:nvSpPr>
      <dsp:spPr>
        <a:xfrm>
          <a:off x="0" y="2285813"/>
          <a:ext cx="2231390" cy="718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78" tIns="70952" rIns="118078" bIns="7095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Device Trust score</a:t>
          </a:r>
        </a:p>
      </dsp:txBody>
      <dsp:txXfrm>
        <a:off x="0" y="2285813"/>
        <a:ext cx="2231390" cy="718294"/>
      </dsp:txXfrm>
    </dsp:sp>
    <dsp:sp modelId="{94C81E29-EA2D-5043-B9C3-B98F29585659}">
      <dsp:nvSpPr>
        <dsp:cNvPr id="0" name=""/>
        <dsp:cNvSpPr/>
      </dsp:nvSpPr>
      <dsp:spPr>
        <a:xfrm>
          <a:off x="2231390" y="3047206"/>
          <a:ext cx="8925560" cy="7182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181" tIns="182447" rIns="173181" bIns="18244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Elevated device risk flags contribute meaningfully to fraud detection</a:t>
          </a:r>
        </a:p>
      </dsp:txBody>
      <dsp:txXfrm>
        <a:off x="2231390" y="3047206"/>
        <a:ext cx="8925560" cy="718294"/>
      </dsp:txXfrm>
    </dsp:sp>
    <dsp:sp modelId="{8DC39A43-25C2-644B-BD7C-BCEFB3BDE06B}">
      <dsp:nvSpPr>
        <dsp:cNvPr id="0" name=""/>
        <dsp:cNvSpPr/>
      </dsp:nvSpPr>
      <dsp:spPr>
        <a:xfrm>
          <a:off x="0" y="3047206"/>
          <a:ext cx="2231390" cy="718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078" tIns="70952" rIns="118078" bIns="7095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Device Risk Signals</a:t>
          </a:r>
        </a:p>
      </dsp:txBody>
      <dsp:txXfrm>
        <a:off x="0" y="3047206"/>
        <a:ext cx="2231390" cy="7182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2EE1F6-C2D7-4694-ADE1-0F9D588F6C3F}">
      <dsp:nvSpPr>
        <dsp:cNvPr id="0" name=""/>
        <dsp:cNvSpPr/>
      </dsp:nvSpPr>
      <dsp:spPr>
        <a:xfrm>
          <a:off x="23569" y="92806"/>
          <a:ext cx="1470634" cy="14706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4DA938-3CFD-4C5C-9086-56B26CE3ECC9}">
      <dsp:nvSpPr>
        <dsp:cNvPr id="0" name=""/>
        <dsp:cNvSpPr/>
      </dsp:nvSpPr>
      <dsp:spPr>
        <a:xfrm>
          <a:off x="332402" y="401640"/>
          <a:ext cx="852967" cy="8529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0EB7E-FCFA-40D5-8DF1-A062ECDEA977}">
      <dsp:nvSpPr>
        <dsp:cNvPr id="0" name=""/>
        <dsp:cNvSpPr/>
      </dsp:nvSpPr>
      <dsp:spPr>
        <a:xfrm>
          <a:off x="1809339" y="92806"/>
          <a:ext cx="3466494" cy="147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Apply stricter velocity limits for new accounts</a:t>
          </a:r>
          <a:br>
            <a:rPr lang="en-US" sz="1600" kern="1200"/>
          </a:br>
          <a:r>
            <a:rPr lang="en-US" sz="1600" kern="1200"/>
            <a:t>Prioritize enhanced controls during the first 90 days of account life, where fraud risk is most concentrated.</a:t>
          </a:r>
        </a:p>
      </dsp:txBody>
      <dsp:txXfrm>
        <a:off x="1809339" y="92806"/>
        <a:ext cx="3466494" cy="1470634"/>
      </dsp:txXfrm>
    </dsp:sp>
    <dsp:sp modelId="{FCA868E9-5445-4AD5-95CD-D656A775A2BA}">
      <dsp:nvSpPr>
        <dsp:cNvPr id="0" name=""/>
        <dsp:cNvSpPr/>
      </dsp:nvSpPr>
      <dsp:spPr>
        <a:xfrm>
          <a:off x="5879845" y="92806"/>
          <a:ext cx="1470634" cy="14706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41D25-2B55-4648-9D0F-2E5E4AB2849B}">
      <dsp:nvSpPr>
        <dsp:cNvPr id="0" name=""/>
        <dsp:cNvSpPr/>
      </dsp:nvSpPr>
      <dsp:spPr>
        <a:xfrm>
          <a:off x="6188678" y="401640"/>
          <a:ext cx="852967" cy="8529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BBD2A-0D3C-425F-B5D2-E0B621EB26E7}">
      <dsp:nvSpPr>
        <dsp:cNvPr id="0" name=""/>
        <dsp:cNvSpPr/>
      </dsp:nvSpPr>
      <dsp:spPr>
        <a:xfrm>
          <a:off x="7665615" y="92806"/>
          <a:ext cx="3466494" cy="147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Introduce step-up verification for high-risk IP activity</a:t>
          </a:r>
          <a:br>
            <a:rPr lang="en-US" sz="1600" kern="1200"/>
          </a:br>
          <a:r>
            <a:rPr lang="en-US" sz="1600" kern="1200"/>
            <a:t>Trigger additional authentication or review when IP risk exceeds defined thresholds (e.g., &gt;0.7).</a:t>
          </a:r>
        </a:p>
      </dsp:txBody>
      <dsp:txXfrm>
        <a:off x="7665615" y="92806"/>
        <a:ext cx="3466494" cy="1470634"/>
      </dsp:txXfrm>
    </dsp:sp>
    <dsp:sp modelId="{F2CE4CA6-6281-4A91-AA50-7BF7D6F8C715}">
      <dsp:nvSpPr>
        <dsp:cNvPr id="0" name=""/>
        <dsp:cNvSpPr/>
      </dsp:nvSpPr>
      <dsp:spPr>
        <a:xfrm>
          <a:off x="23569" y="2203886"/>
          <a:ext cx="1470634" cy="14706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E428B-A665-4F2D-B74D-4B329861AE48}">
      <dsp:nvSpPr>
        <dsp:cNvPr id="0" name=""/>
        <dsp:cNvSpPr/>
      </dsp:nvSpPr>
      <dsp:spPr>
        <a:xfrm>
          <a:off x="332402" y="2512720"/>
          <a:ext cx="852967" cy="8529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11150-32C1-46EE-A789-E50E0B353A84}">
      <dsp:nvSpPr>
        <dsp:cNvPr id="0" name=""/>
        <dsp:cNvSpPr/>
      </dsp:nvSpPr>
      <dsp:spPr>
        <a:xfrm>
          <a:off x="1809339" y="2203886"/>
          <a:ext cx="3466494" cy="147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Enhance monitoring during high-risk time windows</a:t>
          </a:r>
          <a:br>
            <a:rPr lang="en-US" sz="1600" kern="1200"/>
          </a:br>
          <a:r>
            <a:rPr lang="en-US" sz="1600" kern="1200"/>
            <a:t>Increase alert sensitivity and review coverage during early morning hours (3–7 AM), when fraud risk peaks.</a:t>
          </a:r>
        </a:p>
      </dsp:txBody>
      <dsp:txXfrm>
        <a:off x="1809339" y="2203886"/>
        <a:ext cx="3466494" cy="1470634"/>
      </dsp:txXfrm>
    </dsp:sp>
    <dsp:sp modelId="{444489D3-B80B-4BA0-85D1-272805F90F76}">
      <dsp:nvSpPr>
        <dsp:cNvPr id="0" name=""/>
        <dsp:cNvSpPr/>
      </dsp:nvSpPr>
      <dsp:spPr>
        <a:xfrm>
          <a:off x="5879845" y="2203886"/>
          <a:ext cx="1470634" cy="14706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08696-855F-421B-B10C-8BE9A76E3498}">
      <dsp:nvSpPr>
        <dsp:cNvPr id="0" name=""/>
        <dsp:cNvSpPr/>
      </dsp:nvSpPr>
      <dsp:spPr>
        <a:xfrm>
          <a:off x="6188678" y="2512720"/>
          <a:ext cx="852967" cy="8529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900B24-6467-4923-929F-001D3722EC07}">
      <dsp:nvSpPr>
        <dsp:cNvPr id="0" name=""/>
        <dsp:cNvSpPr/>
      </dsp:nvSpPr>
      <dsp:spPr>
        <a:xfrm>
          <a:off x="7665615" y="2203886"/>
          <a:ext cx="3466494" cy="147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Implement dynamic amount thresholds based on account age</a:t>
          </a:r>
          <a:br>
            <a:rPr lang="en-US" sz="1600" kern="1200"/>
          </a:br>
          <a:r>
            <a:rPr lang="en-US" sz="1600" kern="1200"/>
            <a:t>Apply lower transaction limits and stricter review criteria for high-value transactions on newly created accounts.</a:t>
          </a:r>
        </a:p>
      </dsp:txBody>
      <dsp:txXfrm>
        <a:off x="7665615" y="2203886"/>
        <a:ext cx="3466494" cy="14706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4EAA7-E833-4D5A-92B3-2066BEFF06D8}">
      <dsp:nvSpPr>
        <dsp:cNvPr id="0" name=""/>
        <dsp:cNvSpPr/>
      </dsp:nvSpPr>
      <dsp:spPr>
        <a:xfrm>
          <a:off x="3605" y="691813"/>
          <a:ext cx="862312" cy="862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77472-6B1D-43E7-81C3-D7C36CCB129F}">
      <dsp:nvSpPr>
        <dsp:cNvPr id="0" name=""/>
        <dsp:cNvSpPr/>
      </dsp:nvSpPr>
      <dsp:spPr>
        <a:xfrm>
          <a:off x="3605" y="1656624"/>
          <a:ext cx="2463750" cy="369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Model Persistence</a:t>
          </a:r>
          <a:endParaRPr lang="en-US" sz="1600" kern="1200"/>
        </a:p>
      </dsp:txBody>
      <dsp:txXfrm>
        <a:off x="3605" y="1656624"/>
        <a:ext cx="2463750" cy="369562"/>
      </dsp:txXfrm>
    </dsp:sp>
    <dsp:sp modelId="{936515A4-084F-4B62-9B40-54913B3A1989}">
      <dsp:nvSpPr>
        <dsp:cNvPr id="0" name=""/>
        <dsp:cNvSpPr/>
      </dsp:nvSpPr>
      <dsp:spPr>
        <a:xfrm>
          <a:off x="3605" y="2073861"/>
          <a:ext cx="2463750" cy="100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final XGBoost model is serialized and versioned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Enables consistent inference without retraining</a:t>
          </a:r>
        </a:p>
      </dsp:txBody>
      <dsp:txXfrm>
        <a:off x="3605" y="2073861"/>
        <a:ext cx="2463750" cy="1001653"/>
      </dsp:txXfrm>
    </dsp:sp>
    <dsp:sp modelId="{47E52A36-FCBB-46BA-AF7A-406F1CC76B24}">
      <dsp:nvSpPr>
        <dsp:cNvPr id="0" name=""/>
        <dsp:cNvSpPr/>
      </dsp:nvSpPr>
      <dsp:spPr>
        <a:xfrm>
          <a:off x="2898511" y="691813"/>
          <a:ext cx="862312" cy="862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C3D52-6161-4ED9-84EA-B496337CAD02}">
      <dsp:nvSpPr>
        <dsp:cNvPr id="0" name=""/>
        <dsp:cNvSpPr/>
      </dsp:nvSpPr>
      <dsp:spPr>
        <a:xfrm>
          <a:off x="2898511" y="1656624"/>
          <a:ext cx="2463750" cy="369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Explainability Persistence</a:t>
          </a:r>
          <a:endParaRPr lang="en-US" sz="1600" kern="1200"/>
        </a:p>
      </dsp:txBody>
      <dsp:txXfrm>
        <a:off x="2898511" y="1656624"/>
        <a:ext cx="2463750" cy="369562"/>
      </dsp:txXfrm>
    </dsp:sp>
    <dsp:sp modelId="{2B30C557-2E8A-4774-B291-0A91C9AA1DD7}">
      <dsp:nvSpPr>
        <dsp:cNvPr id="0" name=""/>
        <dsp:cNvSpPr/>
      </dsp:nvSpPr>
      <dsp:spPr>
        <a:xfrm>
          <a:off x="2898511" y="2073861"/>
          <a:ext cx="2463750" cy="100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SHAP explainer and SHAP values are saved alongside the model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Ensures explanations remain consistent with model behavior over time</a:t>
          </a:r>
        </a:p>
      </dsp:txBody>
      <dsp:txXfrm>
        <a:off x="2898511" y="2073861"/>
        <a:ext cx="2463750" cy="1001653"/>
      </dsp:txXfrm>
    </dsp:sp>
    <dsp:sp modelId="{05D01BE4-661B-481E-99BF-DBC081B30CCA}">
      <dsp:nvSpPr>
        <dsp:cNvPr id="0" name=""/>
        <dsp:cNvSpPr/>
      </dsp:nvSpPr>
      <dsp:spPr>
        <a:xfrm>
          <a:off x="5793418" y="691813"/>
          <a:ext cx="862312" cy="8623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F74CCC-2BFE-4C90-BC6A-04A3F7115D33}">
      <dsp:nvSpPr>
        <dsp:cNvPr id="0" name=""/>
        <dsp:cNvSpPr/>
      </dsp:nvSpPr>
      <dsp:spPr>
        <a:xfrm>
          <a:off x="5793418" y="1656624"/>
          <a:ext cx="2463750" cy="369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Explainability Artifacts</a:t>
          </a:r>
          <a:endParaRPr lang="en-US" sz="1600" kern="1200"/>
        </a:p>
      </dsp:txBody>
      <dsp:txXfrm>
        <a:off x="5793418" y="1656624"/>
        <a:ext cx="2463750" cy="369562"/>
      </dsp:txXfrm>
    </dsp:sp>
    <dsp:sp modelId="{F5FA8227-4EC4-4965-89F6-686BA09C1A78}">
      <dsp:nvSpPr>
        <dsp:cNvPr id="0" name=""/>
        <dsp:cNvSpPr/>
      </dsp:nvSpPr>
      <dsp:spPr>
        <a:xfrm>
          <a:off x="5793418" y="2073861"/>
          <a:ext cx="2463750" cy="100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Reason-code mappings and feature metadata are persisted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Supports transaction-level explanations, audits, and analyst review</a:t>
          </a:r>
        </a:p>
      </dsp:txBody>
      <dsp:txXfrm>
        <a:off x="5793418" y="2073861"/>
        <a:ext cx="2463750" cy="1001653"/>
      </dsp:txXfrm>
    </dsp:sp>
    <dsp:sp modelId="{0EC7BBBD-A306-4489-B6AB-DE01CD2BBE6A}">
      <dsp:nvSpPr>
        <dsp:cNvPr id="0" name=""/>
        <dsp:cNvSpPr/>
      </dsp:nvSpPr>
      <dsp:spPr>
        <a:xfrm>
          <a:off x="8688324" y="691813"/>
          <a:ext cx="862312" cy="8623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90BD4-0A0E-4545-958D-32C0DCA1EA51}">
      <dsp:nvSpPr>
        <dsp:cNvPr id="0" name=""/>
        <dsp:cNvSpPr/>
      </dsp:nvSpPr>
      <dsp:spPr>
        <a:xfrm>
          <a:off x="8688324" y="1656624"/>
          <a:ext cx="2463750" cy="369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Reproducible Pipeline</a:t>
          </a:r>
          <a:endParaRPr lang="en-US" sz="1600" kern="1200"/>
        </a:p>
      </dsp:txBody>
      <dsp:txXfrm>
        <a:off x="8688324" y="1656624"/>
        <a:ext cx="2463750" cy="369562"/>
      </dsp:txXfrm>
    </dsp:sp>
    <dsp:sp modelId="{128DDCCC-067E-4E0B-ABE6-C16C41215317}">
      <dsp:nvSpPr>
        <dsp:cNvPr id="0" name=""/>
        <dsp:cNvSpPr/>
      </dsp:nvSpPr>
      <dsp:spPr>
        <a:xfrm>
          <a:off x="8688324" y="2073861"/>
          <a:ext cx="2463750" cy="100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Training, preprocessing, evaluation, and explainability steps are fully reproducible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Model outputs can be regenerated deterministically from saved artifacts</a:t>
          </a:r>
        </a:p>
      </dsp:txBody>
      <dsp:txXfrm>
        <a:off x="8688324" y="2073861"/>
        <a:ext cx="2463750" cy="10016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BC133-82CE-AE4C-AE02-81C24C91490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0B99C-90D0-874B-80A4-F2B75E37F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66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0B99C-90D0-874B-80A4-F2B75E37FC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2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3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8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5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61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19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4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13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56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4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0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6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Video 3" descr="Green Lock In A 3D Electronic System">
            <a:extLst>
              <a:ext uri="{FF2B5EF4-FFF2-40B4-BE49-F238E27FC236}">
                <a16:creationId xmlns:a16="http://schemas.microsoft.com/office/drawing/2014/main" id="{F1A42905-8840-9A05-031D-8267B5C736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5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32D281-605D-7FD8-5CED-99D6C1FEB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62067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>
                <a:solidFill>
                  <a:srgbClr val="FFFFFF"/>
                </a:solidFill>
              </a:rPr>
              <a:t>NovaPay Fraud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4069F-B225-0AE7-BA98-FCFE4F4B1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108182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Ransford Nyarko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70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1FDB9-7206-C2B9-72DC-29EF58D1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n-US" dirty="0"/>
              <a:t>Problem Statement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9E25A-2E20-2CAA-7784-0DD6E96D0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>
            <a:normAutofit/>
          </a:bodyPr>
          <a:lstStyle/>
          <a:p>
            <a:r>
              <a:rPr lang="en-US" dirty="0" err="1"/>
              <a:t>NovaPay</a:t>
            </a:r>
            <a:r>
              <a:rPr lang="en-US" dirty="0"/>
              <a:t> processes millions of transactions across across international borders and needs to to detect illegitimate/fraudulent activities in real-time</a:t>
            </a:r>
          </a:p>
          <a:p>
            <a:endParaRPr lang="en-US" dirty="0"/>
          </a:p>
          <a:p>
            <a:r>
              <a:rPr lang="en-US" dirty="0" err="1"/>
              <a:t>NovaPay’s</a:t>
            </a:r>
            <a:r>
              <a:rPr lang="en-US" dirty="0"/>
              <a:t> Current Fraud Environment includes</a:t>
            </a:r>
          </a:p>
          <a:p>
            <a:pPr lvl="1"/>
            <a:r>
              <a:rPr lang="en-US" dirty="0"/>
              <a:t>Identity Theft and Account Takeover</a:t>
            </a:r>
          </a:p>
          <a:p>
            <a:pPr lvl="1"/>
            <a:r>
              <a:rPr lang="en-US" dirty="0"/>
              <a:t>Transaction and Money Laundering</a:t>
            </a:r>
          </a:p>
          <a:p>
            <a:pPr lvl="1"/>
            <a:r>
              <a:rPr lang="en-US" dirty="0"/>
              <a:t>Unauthorized Payments through Compromised User Accounts</a:t>
            </a:r>
          </a:p>
        </p:txBody>
      </p:sp>
      <p:pic>
        <p:nvPicPr>
          <p:cNvPr id="7" name="Graphic 6" descr="Robber">
            <a:extLst>
              <a:ext uri="{FF2B5EF4-FFF2-40B4-BE49-F238E27FC236}">
                <a16:creationId xmlns:a16="http://schemas.microsoft.com/office/drawing/2014/main" id="{8CA72A59-3D35-ABE2-B8B7-CB1D16DFE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1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0B747-9BCD-4596-4406-75149064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n-US" dirty="0"/>
              <a:t>Business Objective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E8F08-6F5D-3BBF-68BE-247C96BF2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7"/>
            <a:ext cx="6892846" cy="4114531"/>
          </a:xfrm>
        </p:spPr>
        <p:txBody>
          <a:bodyPr>
            <a:normAutofit/>
          </a:bodyPr>
          <a:lstStyle/>
          <a:p>
            <a:r>
              <a:rPr lang="en-US" dirty="0"/>
              <a:t>Design a fraud detection model that:</a:t>
            </a:r>
          </a:p>
          <a:p>
            <a:pPr lvl="1"/>
            <a:r>
              <a:rPr lang="en-US" dirty="0"/>
              <a:t>Identifies fraudulent activity early in the transaction lifecycle</a:t>
            </a:r>
          </a:p>
          <a:p>
            <a:pPr lvl="1"/>
            <a:r>
              <a:rPr lang="en-US" dirty="0"/>
              <a:t>Maintains a false-positive rate below 0.5% for customer-facing blocking actions</a:t>
            </a:r>
          </a:p>
          <a:p>
            <a:pPr lvl="1"/>
            <a:r>
              <a:rPr lang="en-US" dirty="0"/>
              <a:t>Demonstrate measurable reduction in fraud losses</a:t>
            </a:r>
          </a:p>
          <a:p>
            <a:pPr lvl="1"/>
            <a:r>
              <a:rPr lang="en-US" dirty="0"/>
              <a:t>Produces explainable and auditable model output that support regulatory compliance and internal risk review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86CEBCE5-9578-32BC-A0BB-D42D7CA97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9597" y="2236573"/>
            <a:ext cx="4114532" cy="411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5104-DD9A-DF83-9832-D17E055EB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38E1F9E-8F21-685D-CCC3-A0F466A143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5956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EE506-CB83-D8EE-8E2D-4D26451B9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Modeling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35625B-3410-CD2E-7118-8D8AF97A88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167995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7736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7017B-CBCC-2C81-9B1F-86ABC7824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Model Comparison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7DAAB8-02CE-565E-557A-7869E11FE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9196467"/>
              </p:ext>
            </p:extLst>
          </p:nvPr>
        </p:nvGraphicFramePr>
        <p:xfrm>
          <a:off x="4232366" y="2083265"/>
          <a:ext cx="7438427" cy="279037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160444">
                  <a:extLst>
                    <a:ext uri="{9D8B030D-6E8A-4147-A177-3AD203B41FA5}">
                      <a16:colId xmlns:a16="http://schemas.microsoft.com/office/drawing/2014/main" val="805782292"/>
                    </a:ext>
                  </a:extLst>
                </a:gridCol>
                <a:gridCol w="1631912">
                  <a:extLst>
                    <a:ext uri="{9D8B030D-6E8A-4147-A177-3AD203B41FA5}">
                      <a16:colId xmlns:a16="http://schemas.microsoft.com/office/drawing/2014/main" val="18525255"/>
                    </a:ext>
                  </a:extLst>
                </a:gridCol>
                <a:gridCol w="1145025">
                  <a:extLst>
                    <a:ext uri="{9D8B030D-6E8A-4147-A177-3AD203B41FA5}">
                      <a16:colId xmlns:a16="http://schemas.microsoft.com/office/drawing/2014/main" val="722920470"/>
                    </a:ext>
                  </a:extLst>
                </a:gridCol>
                <a:gridCol w="816242">
                  <a:extLst>
                    <a:ext uri="{9D8B030D-6E8A-4147-A177-3AD203B41FA5}">
                      <a16:colId xmlns:a16="http://schemas.microsoft.com/office/drawing/2014/main" val="838644150"/>
                    </a:ext>
                  </a:extLst>
                </a:gridCol>
                <a:gridCol w="1684804">
                  <a:extLst>
                    <a:ext uri="{9D8B030D-6E8A-4147-A177-3AD203B41FA5}">
                      <a16:colId xmlns:a16="http://schemas.microsoft.com/office/drawing/2014/main" val="1951700148"/>
                    </a:ext>
                  </a:extLst>
                </a:gridCol>
              </a:tblGrid>
              <a:tr h="924026"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none" spc="3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marL="0" marR="13723" marT="68616" marB="686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none" spc="30">
                          <a:solidFill>
                            <a:schemeClr val="tx1"/>
                          </a:solidFill>
                        </a:rPr>
                        <a:t>Precision</a:t>
                      </a:r>
                    </a:p>
                  </a:txBody>
                  <a:tcPr marL="0" marR="13723" marT="68616" marB="686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none" spc="3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 marL="0" marR="13723" marT="68616" marB="686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none" spc="30">
                          <a:solidFill>
                            <a:schemeClr val="tx1"/>
                          </a:solidFill>
                        </a:rPr>
                        <a:t>F1</a:t>
                      </a:r>
                    </a:p>
                  </a:txBody>
                  <a:tcPr marL="0" marR="13723" marT="68616" marB="686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none" spc="30">
                          <a:solidFill>
                            <a:schemeClr val="tx1"/>
                          </a:solidFill>
                        </a:rPr>
                        <a:t>ROC-AUC</a:t>
                      </a:r>
                    </a:p>
                    <a:p>
                      <a:pPr algn="ctr"/>
                      <a:endParaRPr lang="en-US" sz="24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3723" marT="68616" marB="686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098368"/>
                  </a:ext>
                </a:extLst>
              </a:tr>
              <a:tr h="466588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Logistic Regression</a:t>
                      </a:r>
                    </a:p>
                  </a:txBody>
                  <a:tcPr marL="0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96.64%</a:t>
                      </a:r>
                    </a:p>
                  </a:txBody>
                  <a:tcPr marL="0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93.31%</a:t>
                      </a:r>
                    </a:p>
                  </a:txBody>
                  <a:tcPr marL="0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marL="0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 marL="0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975577"/>
                  </a:ext>
                </a:extLst>
              </a:tr>
              <a:tr h="466588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68616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marL="68616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92.18%</a:t>
                      </a:r>
                    </a:p>
                  </a:txBody>
                  <a:tcPr marL="68616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0.96</a:t>
                      </a:r>
                    </a:p>
                  </a:txBody>
                  <a:tcPr marL="68616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 marL="68616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750720"/>
                  </a:ext>
                </a:extLst>
              </a:tr>
              <a:tr h="466588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XGBoost_SMOTE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99.30%</a:t>
                      </a:r>
                    </a:p>
                  </a:txBody>
                  <a:tcPr marL="0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92.51%</a:t>
                      </a:r>
                    </a:p>
                  </a:txBody>
                  <a:tcPr marL="0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0.96</a:t>
                      </a:r>
                    </a:p>
                  </a:txBody>
                  <a:tcPr marL="0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 marL="0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613433"/>
                  </a:ext>
                </a:extLst>
              </a:tr>
              <a:tr h="466588"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LGBM_SMOTE</a:t>
                      </a:r>
                    </a:p>
                  </a:txBody>
                  <a:tcPr marL="68616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83.37%</a:t>
                      </a:r>
                    </a:p>
                  </a:txBody>
                  <a:tcPr marL="68616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93.16%</a:t>
                      </a:r>
                    </a:p>
                  </a:txBody>
                  <a:tcPr marL="68616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marL="68616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0.97</a:t>
                      </a:r>
                    </a:p>
                  </a:txBody>
                  <a:tcPr marL="68616" marR="137232" marT="68616" marB="686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83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684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679CC-43F8-1BFD-488A-66A436429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n-US" dirty="0"/>
              <a:t>Model Selection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AF3BE-D218-C1A2-91D0-6317FD516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>
            <a:normAutofit/>
          </a:bodyPr>
          <a:lstStyle/>
          <a:p>
            <a:r>
              <a:rPr lang="en-US" dirty="0" err="1"/>
              <a:t>XGBoost</a:t>
            </a:r>
            <a:r>
              <a:rPr lang="en-US" dirty="0"/>
              <a:t> was selected because:</a:t>
            </a:r>
          </a:p>
          <a:p>
            <a:pPr lvl="1"/>
            <a:r>
              <a:rPr lang="en-US" dirty="0"/>
              <a:t>Prioritized fraud capture with high precision</a:t>
            </a:r>
          </a:p>
          <a:p>
            <a:pPr lvl="1"/>
            <a:r>
              <a:rPr lang="en-US" dirty="0"/>
              <a:t>Achieved a slightly higher recall, identifying more fraudulent transactions</a:t>
            </a:r>
          </a:p>
          <a:p>
            <a:pPr lvl="1"/>
            <a:r>
              <a:rPr lang="en-US" dirty="0"/>
              <a:t>Higher recall means reduced total fraud loss</a:t>
            </a:r>
          </a:p>
          <a:p>
            <a:pPr lvl="1"/>
            <a:r>
              <a:rPr lang="en-US" dirty="0"/>
              <a:t>Strong compatibility with SHAP explainability </a:t>
            </a:r>
          </a:p>
        </p:txBody>
      </p:sp>
      <p:pic>
        <p:nvPicPr>
          <p:cNvPr id="16" name="Graphic 15" descr="Document Search">
            <a:extLst>
              <a:ext uri="{FF2B5EF4-FFF2-40B4-BE49-F238E27FC236}">
                <a16:creationId xmlns:a16="http://schemas.microsoft.com/office/drawing/2014/main" id="{D086C558-F15F-E7DF-9066-E82B7E636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4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DB50-5FBC-7A02-E754-545240FB9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Auditable Framework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3A9D21-4BA0-DE21-8485-C191A8CDD9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8649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FA531-5E8D-2B8F-DC4F-51F02D0A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Reason Codes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E3FB54EA-9F82-C183-0B84-309A2DE4D3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519738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9233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202CB-B94A-83B7-DF0E-5019D6CB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5FFE0-CB22-990B-588F-FAFD453A3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Reason Codes</a:t>
            </a:r>
            <a:br>
              <a:rPr lang="en-US" dirty="0"/>
            </a:br>
            <a:r>
              <a:rPr lang="en-US" dirty="0"/>
              <a:t>Cont’d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061A091-6930-5FD2-69EA-367F7A61FA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524786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3353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ACB9D-BF72-08B0-6E31-617D7573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/>
              <a:t>Top Fraud Indicators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E2D909-E35D-7C03-A278-1FCFA2D6DA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375071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3002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6BBAA-545F-A64C-1F19-6D4F0235C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0592"/>
          </a:xfrm>
        </p:spPr>
        <p:txBody>
          <a:bodyPr>
            <a:normAutofit/>
          </a:bodyPr>
          <a:lstStyle/>
          <a:p>
            <a:r>
              <a:rPr lang="en-US" dirty="0"/>
              <a:t>Key Business Insights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1650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C5891-4C56-C926-6D41-FD7B8081B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978408"/>
            <a:ext cx="4946904" cy="24505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1400" b="1"/>
              <a:t>Fraud is driven by intraday behavior</a:t>
            </a:r>
          </a:p>
          <a:p>
            <a:pPr lvl="1">
              <a:lnSpc>
                <a:spcPct val="100000"/>
              </a:lnSpc>
            </a:pPr>
            <a:r>
              <a:rPr lang="en-US" sz="1400"/>
              <a:t>Fraud risk peaks during early morning hours (3-7 AM, highest at 5-6 AM) and drops during standard business hours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b="1"/>
          </a:p>
          <a:p>
            <a:pPr>
              <a:lnSpc>
                <a:spcPct val="100000"/>
              </a:lnSpc>
            </a:pPr>
            <a:r>
              <a:rPr lang="en-US" sz="1400" b="1"/>
              <a:t>Transaction velocity is a strong behavioral signal</a:t>
            </a:r>
          </a:p>
          <a:p>
            <a:pPr lvl="1">
              <a:lnSpc>
                <a:spcPct val="100000"/>
              </a:lnSpc>
            </a:pPr>
            <a:r>
              <a:rPr lang="en-US" sz="1400"/>
              <a:t>Velocity within 24 hours (</a:t>
            </a:r>
            <a:r>
              <a:rPr lang="el-GR" sz="1400"/>
              <a:t>ρ = 0.76) </a:t>
            </a:r>
            <a:r>
              <a:rPr lang="en-US" sz="1400"/>
              <a:t>and 1 hour (</a:t>
            </a:r>
            <a:r>
              <a:rPr lang="el-GR" sz="1400"/>
              <a:t>ρ = 0.70) </a:t>
            </a:r>
            <a:r>
              <a:rPr lang="en-US" sz="1400"/>
              <a:t>shows the highest correlation with fraud. Internal risk score also correlates strongly (</a:t>
            </a:r>
            <a:r>
              <a:rPr lang="el-GR" sz="1400"/>
              <a:t>ρ = 0.61), </a:t>
            </a:r>
            <a:r>
              <a:rPr lang="en-US" sz="1400"/>
              <a:t>reinforcing the importance of behavioral and velocity-based controls</a:t>
            </a:r>
          </a:p>
          <a:p>
            <a:pPr lvl="1">
              <a:lnSpc>
                <a:spcPct val="100000"/>
              </a:lnSpc>
            </a:pP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CC250-BB7C-F5D7-5EDC-F344E1378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237" y="3730764"/>
            <a:ext cx="5038931" cy="2708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4D33EF-3242-FE2D-068C-F229A9662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40" y="3707923"/>
            <a:ext cx="2697125" cy="273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33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C37F6-53E2-5826-1072-BB6CAC234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77FEB-973C-3F96-73AC-F76E83F9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463040"/>
          </a:xfrm>
        </p:spPr>
        <p:txBody>
          <a:bodyPr>
            <a:normAutofit/>
          </a:bodyPr>
          <a:lstStyle/>
          <a:p>
            <a:r>
              <a:rPr lang="en-US" dirty="0"/>
              <a:t>Key Business Insights Cont’d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4760-EEDE-3145-D5D7-C737E4240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300216" cy="3767328"/>
          </a:xfrm>
        </p:spPr>
        <p:txBody>
          <a:bodyPr>
            <a:normAutofit/>
          </a:bodyPr>
          <a:lstStyle/>
          <a:p>
            <a:r>
              <a:rPr lang="en-US" b="1" dirty="0"/>
              <a:t>Fraud risk is concentrated in early account life</a:t>
            </a:r>
          </a:p>
          <a:p>
            <a:pPr lvl="1"/>
            <a:r>
              <a:rPr lang="en-US" dirty="0"/>
              <a:t>Accounts within the first 90 days exhibit disproportionately high fraud rates, with risk declining sharply as accounts mature—indicating early-lifecycle targeting by fraudsters.</a:t>
            </a:r>
            <a:endParaRPr lang="en-US" b="1" dirty="0"/>
          </a:p>
          <a:p>
            <a:r>
              <a:rPr lang="en-US" b="1" dirty="0"/>
              <a:t>Fraud risk follows a non-linear relationship with transaction amount</a:t>
            </a:r>
          </a:p>
          <a:p>
            <a:pPr lvl="1"/>
            <a:r>
              <a:rPr lang="en-US" dirty="0"/>
              <a:t>Risk peaks in the $2,000–$5,000 range</a:t>
            </a:r>
            <a:endParaRPr lang="en-US" b="1" dirty="0"/>
          </a:p>
          <a:p>
            <a:r>
              <a:rPr lang="en-US" b="1" dirty="0"/>
              <a:t>IP risk score is a high-confidence discriminator</a:t>
            </a:r>
          </a:p>
          <a:p>
            <a:pPr lvl="1"/>
            <a:r>
              <a:rPr lang="en-US" dirty="0"/>
              <a:t>Fraud rates escalate rapidly once IP risk exceeds 0.7, making IP reputation a strong candidate for hard controls or step-up verification.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B15A3-4D19-CD2C-D280-BFBC3C4BC9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76" r="-3" b="-3"/>
          <a:stretch>
            <a:fillRect/>
          </a:stretch>
        </p:blipFill>
        <p:spPr>
          <a:xfrm>
            <a:off x="7342632" y="3958461"/>
            <a:ext cx="4014541" cy="2779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98CDF6-8B2D-AB45-72BA-403352DF5D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73" b="-3"/>
          <a:stretch>
            <a:fillRect/>
          </a:stretch>
        </p:blipFill>
        <p:spPr>
          <a:xfrm>
            <a:off x="7342632" y="1058928"/>
            <a:ext cx="4014541" cy="277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09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AE44-3FCE-29D9-153A-2B287EB3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Controls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10F398-8D2F-D1DF-1016-732A666B62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2104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3C1F-B199-6F3C-DDEB-1BEC13D5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Readiness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627C3B-2514-9E5F-7100-7AF004D008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7392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950E8-6301-C9A3-200A-C37CA3F8A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US" dirty="0"/>
              <a:t>Final Takeaway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Target">
            <a:extLst>
              <a:ext uri="{FF2B5EF4-FFF2-40B4-BE49-F238E27FC236}">
                <a16:creationId xmlns:a16="http://schemas.microsoft.com/office/drawing/2014/main" id="{F9EE8497-6A9A-D198-152D-8D2953100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83FFD-C434-D6C8-1CA5-0EFD9EC07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dirty="0"/>
              <a:t>Fraud risk is behavior-driven, not seasonal, and can be mitigated with targeted controls that preserve customer </a:t>
            </a:r>
            <a:r>
              <a:rPr lang="en-US" dirty="0" err="1"/>
              <a:t>trus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6274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946</Words>
  <Application>Microsoft Macintosh PowerPoint</Application>
  <PresentationFormat>Widescreen</PresentationFormat>
  <Paragraphs>135</Paragraphs>
  <Slides>16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Bierstadt</vt:lpstr>
      <vt:lpstr>GestaltVTI</vt:lpstr>
      <vt:lpstr>NovaPay Fraud Detection</vt:lpstr>
      <vt:lpstr>Problem Statement </vt:lpstr>
      <vt:lpstr>Business Objective</vt:lpstr>
      <vt:lpstr>Dataset Overview</vt:lpstr>
      <vt:lpstr>Modeling</vt:lpstr>
      <vt:lpstr>Model Comparison</vt:lpstr>
      <vt:lpstr>Model Selection</vt:lpstr>
      <vt:lpstr>Auditable Framework</vt:lpstr>
      <vt:lpstr>Reason Codes</vt:lpstr>
      <vt:lpstr>Reason Codes Cont’d</vt:lpstr>
      <vt:lpstr>Top Fraud Indicators</vt:lpstr>
      <vt:lpstr>Key Business Insights</vt:lpstr>
      <vt:lpstr>Key Business Insights Cont’d</vt:lpstr>
      <vt:lpstr>Recommended Controls</vt:lpstr>
      <vt:lpstr>Production Readiness</vt:lpstr>
      <vt:lpstr>Final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Nyarko, Ransford</dc:creator>
  <cp:lastModifiedBy>Nyarko, Ransford</cp:lastModifiedBy>
  <cp:revision>1</cp:revision>
  <dcterms:created xsi:type="dcterms:W3CDTF">2026-01-27T01:07:46Z</dcterms:created>
  <dcterms:modified xsi:type="dcterms:W3CDTF">2026-01-27T02:31:52Z</dcterms:modified>
</cp:coreProperties>
</file>